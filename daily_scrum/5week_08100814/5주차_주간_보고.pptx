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3" r:id="rId8"/>
    <p:sldId id="261" r:id="rId9"/>
    <p:sldId id="262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7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88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[0:00-0:30] 오프닝. 중간발표 이후 팀 내부에서 플랫폼 방향성에 대한 이견이 있었다는 점을 짚으며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[0:30-1:10] '완벽한 업무 분배'와 '업무 활용 범용 플랫폼' 사이에서 논의가 있었고, 범용 플랫폼 방향으로 확정했다는 점을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2A78-4A73-1D4E-E521-B21DD500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DAC20-B26C-44F1-D393-720D6212C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74BF5-7F96-AEB2-E2DE-A889D4245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[0:30-1:10] '완벽한 업무 분배'와 '업무 활용 범용 플랫폼' 사이에서 논의가 있었고, 범용 플랫폼 방향으로 확정했다는 점을 설명합니다.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9AEF6-FA08-023A-AC5C-0D811D121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1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[1:10-1:40] watsonx Orchestrator 벤치마킹 결과 공통 특징 3가지(비정형 문서 처리, 에이전트-MCP 연결, 에이전트 빌드)를 핵심 기술로 채택했음을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[1:40-2:00] 두 가지 핵심 과제를 소개하며 다음 슬라이드로 넘어가는 브리지 멘트를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[2:00-2:40] 비정형 문서가 정확히 파싱되어야 한다는 문제를 설명하고, 현재 계속 고도화가 진행 중인 상태임을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D2568-5631-1874-9932-053F5FFF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6CC21-4AC6-FF61-47C3-B355DE01B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165B8-A35C-DAF1-DFA9-B9C784D24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[2:40-4:00] deepagent 구조를 참고해 저장소·서브에이전트·미들웨어로 구성된 하네스를 적용했음을 설명합니다. 미들웨어가 호출 제한, 요약, 권한 검사, 서브에이전트 위임 같은 공통 규칙을 자동 적용한다는 점을 강조합니다.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61B82-3ADE-EFD7-A90D-BCAD52F17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[2:40-4:00] deepagent 구조를 참고해 저장소·서브에이전트·미들웨어로 구성된 하네스를 적용했음을 설명합니다. 미들웨어가 호출 제한, 요약, 권한 검사, 서브에이전트 위임 같은 공통 규칙을 자동 적용한다는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[4:00-4:20] Figma 커넥터로 지금까지 내용을 정리해 PPT 초안까지 준비했다는 진행 상황을 짧게 언급합니다. [4:20-5:00] 실제 플랫폼 화면을 열어 이번 주 구현된 기능을 직접 시연하며 마무리합니다.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3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0.png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222B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REPORT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활용 AI 에이전트 플랫폼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진행 내용 발표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2026. 08. 14</a:t>
            </a:r>
            <a:endParaRPr lang="en-US" sz="1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8DA4643-1BB5-0751-F74B-A5BB1847BCD8}"/>
              </a:ext>
            </a:extLst>
          </p:cNvPr>
          <p:cNvSpPr/>
          <p:nvPr/>
        </p:nvSpPr>
        <p:spPr>
          <a:xfrm>
            <a:off x="640080" y="5715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2Team. </a:t>
            </a:r>
            <a:r>
              <a:rPr lang="ko-KR" alt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</a:t>
            </a:r>
            <a:r>
              <a:rPr lang="en-US" altLang="ko-KR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ko-KR" alt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 err="1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최원빈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9C5FD67-71C1-DF75-9D11-A3C4E31C3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9746" y="685800"/>
            <a:ext cx="480748" cy="480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중간발표 이후, 방향성을 다시 세웠습니다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풀어야 할 문제가 무엇인가에 대한 팀 내 의견 통일이 필요했습니다.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검토했던 방향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B9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완벽한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8B9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분배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개인·팀의 업무를 자동으로 배분·조율하는 데 집중하는 솔루션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24688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blurRad="127000" dist="508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629400" y="2788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채택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29400" y="31546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 활용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범용 플랫폼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629400" y="44348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전반에 걸쳐 누구나 활용할 수 있는 범용 플랫폼으로 방향 확정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CD104-D4C0-FD61-BE40-C89702AE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9DA558-E71D-C559-3FA4-1B2DB6B61363}"/>
              </a:ext>
            </a:extLst>
          </p:cNvPr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810FA17-2A03-58F6-51D2-F3A5A18A5E63}"/>
              </a:ext>
            </a:extLst>
          </p:cNvPr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풀어야 할 문제가 무엇인가에 대한 팀 내 의견 통일이 필요했습니다.</a:t>
            </a:r>
            <a:endParaRPr lang="en-US" sz="15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71912BD-CD5D-112D-490A-85B3A156AFA4}"/>
              </a:ext>
            </a:extLst>
          </p:cNvPr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0F63E0-CF80-CA6A-A39F-A010997364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631"/>
          <a:stretch>
            <a:fillRect/>
          </a:stretch>
        </p:blipFill>
        <p:spPr>
          <a:xfrm>
            <a:off x="640080" y="2684418"/>
            <a:ext cx="5192320" cy="30195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A550DD-37EC-5414-76DC-953CC12FEE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654" b="8799"/>
          <a:stretch>
            <a:fillRect/>
          </a:stretch>
        </p:blipFill>
        <p:spPr>
          <a:xfrm>
            <a:off x="6237680" y="2684417"/>
            <a:ext cx="5192320" cy="30195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ECF218C4-A3A6-7855-A0D1-B70EE69AD9AE}"/>
              </a:ext>
            </a:extLst>
          </p:cNvPr>
          <p:cNvSpPr/>
          <p:nvPr/>
        </p:nvSpPr>
        <p:spPr>
          <a:xfrm>
            <a:off x="8198114" y="2222863"/>
            <a:ext cx="12714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Cohere North</a:t>
            </a:r>
            <a:endParaRPr lang="en-US" sz="15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94EB1651-901D-7CCC-E4E2-02F029B9B6D7}"/>
              </a:ext>
            </a:extLst>
          </p:cNvPr>
          <p:cNvSpPr/>
          <p:nvPr/>
        </p:nvSpPr>
        <p:spPr>
          <a:xfrm>
            <a:off x="2308554" y="2222863"/>
            <a:ext cx="18553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WatsonX</a:t>
            </a: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Orchestrate</a:t>
            </a:r>
            <a:endParaRPr lang="en-US" sz="15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0DDFB8DE-A799-AF04-8F3A-22D0AB857E82}"/>
              </a:ext>
            </a:extLst>
          </p:cNvPr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업무활용 플랫폼 벤치마킹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18417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시장 플랫폼을 벤치마킹해 핵심 기술을 도출했습니다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 Orchestrator 등 주요 플랫폼의 공통 특징 3가지를 우리 플랫폼의 핵심 기술로 채택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60120" y="2926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96012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비정형 문서 처리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60120" y="4343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사내 문서를 파싱해 에이전트가 이해 가능한 형태로 변환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89120" y="256032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709160" y="2926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470916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에이전트–MCP 연결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09160" y="4343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도구·데이터를 MCP로 연결해 에이전트 행동 반경 확장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38160" y="256032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8458200" y="2926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8458200" y="37490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에이전트 빌드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458200" y="4343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목적에 맞는 에이전트를 직접 구성·배포할 수 있는 환경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EE6CE5E-A2DD-A6C1-1EE1-B0EDE4C28FCE}"/>
              </a:ext>
            </a:extLst>
          </p:cNvPr>
          <p:cNvSpPr/>
          <p:nvPr/>
        </p:nvSpPr>
        <p:spPr>
          <a:xfrm>
            <a:off x="10241280" y="365760"/>
            <a:ext cx="6539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F2E3DC2-376E-DDEB-73AE-6A8324E772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58798" y="3016726"/>
            <a:ext cx="412274" cy="41227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0F1E65A-707C-648D-611E-1B0C70CBA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8481" y="3035004"/>
            <a:ext cx="375717" cy="375717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BBC86F8-A73A-AF5F-8549-1B59C20AE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4060" y="2948252"/>
            <a:ext cx="480748" cy="480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7" y="70591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이를 실현하기 위한 2가지 과제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A4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920240" y="31546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비정형 문서 파싱 정확도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20240" y="36393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 정확하게 파싱해야 에이전트가 올바르게 활용 가능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52628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A43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1920240" y="4572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 엔지니어링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20240" y="5056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Codex 수준의 에이전트 실행 구조 적용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비정형 문서 파싱 정확도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문서를 정확히 이해하려면, 파싱 단계의 정확도가 전제되어야 합니다.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28CA1B-7D50-584D-2EA5-D80913B63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546" y="2103120"/>
            <a:ext cx="6737731" cy="4343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B0CCF-911F-669C-47D7-0FDC094F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C8057E-CBB7-4C03-26B6-6FC261699A9D}"/>
              </a:ext>
            </a:extLst>
          </p:cNvPr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02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A5DD752-363B-CADE-16D8-3B3F383075B1}"/>
              </a:ext>
            </a:extLst>
          </p:cNvPr>
          <p:cNvSpPr/>
          <p:nvPr/>
        </p:nvSpPr>
        <p:spPr>
          <a:xfrm>
            <a:off x="640080" y="868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 엔지니어링</a:t>
            </a:r>
            <a:endParaRPr lang="en-US" sz="3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F4761BB-2411-0B6F-D097-9CFFC663797A}"/>
              </a:ext>
            </a:extLst>
          </p:cNvPr>
          <p:cNvSpPr/>
          <p:nvPr/>
        </p:nvSpPr>
        <p:spPr>
          <a:xfrm>
            <a:off x="640080" y="1508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Codex 수준의 에이전트 실행 구조를 목표로, deepagent 오픈소스의 하네스 구조를 채택했습니다.</a:t>
            </a:r>
            <a:endParaRPr lang="en-US" sz="14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2B585FC3-33E4-D797-A5AF-D48D2166E241}"/>
              </a:ext>
            </a:extLst>
          </p:cNvPr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B9C9C53-E6F0-9DDD-78C6-E133F0EB3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33" y="2468880"/>
            <a:ext cx="8931757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6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하네스 엔지니어링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Codex 수준의 에이전트 실행 구조를 목표로, deepagent 오픈소스의 하네스 구조를 채택했습니다.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1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32688" y="2788921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3134" y="2849271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3429001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32688" y="3794761"/>
            <a:ext cx="2889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세션의 대화 흐름과 내용을 기억하기 위한 텍스트 저장소를 부착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389120" y="2514601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4681728" y="2788921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2222" y="2839223"/>
            <a:ext cx="382219" cy="3822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81728" y="3429001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서브에이전트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81728" y="3794761"/>
            <a:ext cx="2889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관리를 위해 동일 역할을 수행할 수 있는 서브에이전트 부착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8138160" y="2514601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3E9F7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8430768" y="2788921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91118" y="2849271"/>
            <a:ext cx="382219" cy="3822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30768" y="3429001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미들웨어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430768" y="3794761"/>
            <a:ext cx="2889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 err="1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LLM·Tool</a:t>
            </a:r>
            <a:r>
              <a:rPr 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전후에 호출 제한</a:t>
            </a:r>
            <a:r>
              <a:rPr lang="en-US" altLang="ko-KR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r>
              <a:rPr lang="en-US" altLang="ko-KR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검사</a:t>
            </a:r>
            <a:r>
              <a:rPr lang="en-US" altLang="ko-KR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</a:t>
            </a:r>
            <a:r>
              <a:rPr lang="ko-KR" altLang="en-US" sz="108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위임을 수행하는 공통 실행 규칙을 자동으로 적용</a:t>
            </a:r>
            <a:endParaRPr lang="en-US" sz="1080" dirty="0"/>
          </a:p>
        </p:txBody>
      </p:sp>
      <p:sp>
        <p:nvSpPr>
          <p:cNvPr id="27" name="Text 2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 서비스로 확인합니다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구현된 기능을 플랫폼에서 직접 시연하며 설명합니다.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58CDD78-4028-214A-8EAC-31E169FF3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12" y="2148840"/>
            <a:ext cx="7772400" cy="412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552</Words>
  <Application>Microsoft Macintosh PowerPoint</Application>
  <PresentationFormat>사용자 지정</PresentationFormat>
  <Paragraphs>82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성주연</cp:lastModifiedBy>
  <cp:revision>3</cp:revision>
  <dcterms:created xsi:type="dcterms:W3CDTF">2026-08-14T06:45:19Z</dcterms:created>
  <dcterms:modified xsi:type="dcterms:W3CDTF">2026-08-14T07:44:35Z</dcterms:modified>
</cp:coreProperties>
</file>
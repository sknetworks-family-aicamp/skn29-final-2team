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dfeb384e714e80" /><Relationship Type="http://schemas.openxmlformats.org/officeDocument/2006/relationships/extended-properties" Target="/docProps/app.xml" Id="Rd4e84f354a404802" /><Relationship Type="http://schemas.openxmlformats.org/officeDocument/2006/relationships/officeDocument" Target="/ppt/presentation.xml" Id="R1c39f1fcc3234247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5685b01994c04627"/>
  </p:sldMasterIdLst>
  <p:notesMasterIdLst>
    <p:notesMasterId xmlns:r="http://schemas.openxmlformats.org/officeDocument/2006/relationships" r:id="Rfe40727258b540a0"/>
  </p:notesMasterIdLst>
  <p:sldIdLst>
    <p:sldId xmlns:r="http://schemas.openxmlformats.org/officeDocument/2006/relationships" id="256" r:id="Rbad6021ff15d40ac"/>
    <p:sldId xmlns:r="http://schemas.openxmlformats.org/officeDocument/2006/relationships" id="257" r:id="Rceba940a6c664e3b"/>
    <p:sldId xmlns:r="http://schemas.openxmlformats.org/officeDocument/2006/relationships" id="258" r:id="R434f51316c384f72"/>
    <p:sldId xmlns:r="http://schemas.openxmlformats.org/officeDocument/2006/relationships" id="259" r:id="R3f64c28e09e84e16"/>
    <p:sldId xmlns:r="http://schemas.openxmlformats.org/officeDocument/2006/relationships" id="260" r:id="R2f2e9aa1e8c54006"/>
    <p:sldId xmlns:r="http://schemas.openxmlformats.org/officeDocument/2006/relationships" id="261" r:id="Rec0300d980ae4adb"/>
    <p:sldId xmlns:r="http://schemas.openxmlformats.org/officeDocument/2006/relationships" id="262" r:id="R0d7f12af4b474332"/>
    <p:sldId xmlns:r="http://schemas.openxmlformats.org/officeDocument/2006/relationships" id="263" r:id="Rc48bc5b980044b6e"/>
    <p:sldId xmlns:r="http://schemas.openxmlformats.org/officeDocument/2006/relationships" id="264" r:id="R0a263486c70443e2"/>
    <p:sldId xmlns:r="http://schemas.openxmlformats.org/officeDocument/2006/relationships" id="265" r:id="R1a779d697df440cc"/>
    <p:sldId xmlns:r="http://schemas.openxmlformats.org/officeDocument/2006/relationships" id="266" r:id="R24892135df834baf"/>
    <p:sldId xmlns:r="http://schemas.openxmlformats.org/officeDocument/2006/relationships" id="267" r:id="Ra857574008024c50"/>
    <p:sldId xmlns:r="http://schemas.openxmlformats.org/officeDocument/2006/relationships" id="268" r:id="R230d35b3cdd249b0"/>
    <p:sldId xmlns:r="http://schemas.openxmlformats.org/officeDocument/2006/relationships" id="269" r:id="R7d8f74b605eb44a1"/>
    <p:sldId xmlns:r="http://schemas.openxmlformats.org/officeDocument/2006/relationships" id="270" r:id="R70dc6c68d1a44dd7"/>
    <p:sldId xmlns:r="http://schemas.openxmlformats.org/officeDocument/2006/relationships" id="271" r:id="Rd319c2e382dc4a4f"/>
    <p:sldId xmlns:r="http://schemas.openxmlformats.org/officeDocument/2006/relationships" id="272" r:id="R3ca3c361b1e246cd"/>
    <p:sldId xmlns:r="http://schemas.openxmlformats.org/officeDocument/2006/relationships" id="273" r:id="R7b182d5f4c404839"/>
    <p:sldId xmlns:r="http://schemas.openxmlformats.org/officeDocument/2006/relationships" id="274" r:id="Rfcbffb8f316d4d51"/>
    <p:sldId xmlns:r="http://schemas.openxmlformats.org/officeDocument/2006/relationships" id="275" r:id="Rbae23c9ef1e0434d"/>
    <p:sldId xmlns:r="http://schemas.openxmlformats.org/officeDocument/2006/relationships" id="276" r:id="Rbc303f5155544efa"/>
    <p:sldId xmlns:r="http://schemas.openxmlformats.org/officeDocument/2006/relationships" id="277" r:id="Red62420bc1164455"/>
    <p:sldId xmlns:r="http://schemas.openxmlformats.org/officeDocument/2006/relationships" id="278" r:id="Ra3e1044f6b874082"/>
    <p:sldId xmlns:r="http://schemas.openxmlformats.org/officeDocument/2006/relationships" id="279" r:id="R94a3da9033f84cf4"/>
    <p:sldId xmlns:r="http://schemas.openxmlformats.org/officeDocument/2006/relationships" id="280" r:id="Rbf3693d891bc424c"/>
    <p:sldId xmlns:r="http://schemas.openxmlformats.org/officeDocument/2006/relationships" id="281" r:id="Rad8a7344829a4194"/>
    <p:sldId xmlns:r="http://schemas.openxmlformats.org/officeDocument/2006/relationships" id="282" r:id="Rd6358d6e7b4a468f"/>
    <p:sldId xmlns:r="http://schemas.openxmlformats.org/officeDocument/2006/relationships" id="283" r:id="Rc0770557069b4dcb"/>
    <p:sldId xmlns:r="http://schemas.openxmlformats.org/officeDocument/2006/relationships" id="284" r:id="R2bff20dc7e444a59"/>
    <p:sldId xmlns:r="http://schemas.openxmlformats.org/officeDocument/2006/relationships" id="285" r:id="Rdc6b77d03b2c4d0e"/>
    <p:sldId xmlns:r="http://schemas.openxmlformats.org/officeDocument/2006/relationships" id="286" r:id="Rf1688c8ed8054789"/>
    <p:sldId xmlns:r="http://schemas.openxmlformats.org/officeDocument/2006/relationships" id="287" r:id="R5cdd6d394ab64957"/>
    <p:sldId xmlns:r="http://schemas.openxmlformats.org/officeDocument/2006/relationships" id="288" r:id="R36ae31d4f3334573"/>
    <p:sldId xmlns:r="http://schemas.openxmlformats.org/officeDocument/2006/relationships" id="289" r:id="R009ae2407b8a48e7"/>
    <p:sldId xmlns:r="http://schemas.openxmlformats.org/officeDocument/2006/relationships" id="290" r:id="R575e1bf5ea3f4a4e"/>
    <p:sldId xmlns:r="http://schemas.openxmlformats.org/officeDocument/2006/relationships" id="291" r:id="Re16875305d1d431c"/>
    <p:sldId xmlns:r="http://schemas.openxmlformats.org/officeDocument/2006/relationships" id="292" r:id="R83d112736678457e"/>
    <p:sldId xmlns:r="http://schemas.openxmlformats.org/officeDocument/2006/relationships" id="293" r:id="R9fdfb2fbbcf54c3c"/>
    <p:sldId xmlns:r="http://schemas.openxmlformats.org/officeDocument/2006/relationships" id="294" r:id="Rcfa065eb24934f24"/>
    <p:sldId xmlns:r="http://schemas.openxmlformats.org/officeDocument/2006/relationships" id="295" r:id="R6e8ae070f9d9488a"/>
    <p:sldId xmlns:r="http://schemas.openxmlformats.org/officeDocument/2006/relationships" id="296" r:id="R85227455d8d14e05"/>
    <p:sldId xmlns:r="http://schemas.openxmlformats.org/officeDocument/2006/relationships" id="297" r:id="R7250147e17644062"/>
    <p:sldId xmlns:r="http://schemas.openxmlformats.org/officeDocument/2006/relationships" id="298" r:id="R91bf76f70287438b"/>
    <p:sldId xmlns:r="http://schemas.openxmlformats.org/officeDocument/2006/relationships" id="299" r:id="Ra5e71fd3d3e1422a"/>
    <p:sldId xmlns:r="http://schemas.openxmlformats.org/officeDocument/2006/relationships" id="300" r:id="R115981092edb4207"/>
    <p:sldId xmlns:r="http://schemas.openxmlformats.org/officeDocument/2006/relationships" id="301" r:id="Rd0381eeb9e614131"/>
    <p:sldId xmlns:r="http://schemas.openxmlformats.org/officeDocument/2006/relationships" id="302" r:id="R484de7ac38954d19"/>
    <p:sldId xmlns:r="http://schemas.openxmlformats.org/officeDocument/2006/relationships" id="303" r:id="R731c3e56ddf14c57"/>
    <p:sldId xmlns:r="http://schemas.openxmlformats.org/officeDocument/2006/relationships" id="304" r:id="R50eeec80467a4ef5"/>
    <p:sldId xmlns:r="http://schemas.openxmlformats.org/officeDocument/2006/relationships" id="305" r:id="Ree4359c8f8874afc"/>
    <p:sldId xmlns:r="http://schemas.openxmlformats.org/officeDocument/2006/relationships" id="306" r:id="Ra2fe1be13a9442b2"/>
    <p:sldId xmlns:r="http://schemas.openxmlformats.org/officeDocument/2006/relationships" id="307" r:id="Rc361c42462004fb3"/>
    <p:sldId xmlns:r="http://schemas.openxmlformats.org/officeDocument/2006/relationships" id="308" r:id="Redec86e66d734932"/>
  </p:sldIdLst>
  <p:sldSz cx="12192000" cy="6858000"/>
  <p:notesSz cx="6858000" cy="9144000"/>
  <p:embeddedFontLst>
    <p:embeddedFont>
      <p:font typeface="Pretendard"/>
      <p:regular xmlns:r="http://schemas.openxmlformats.org/officeDocument/2006/relationships" r:id="R47dda5234fd04db3"/>
      <p:bold xmlns:r="http://schemas.openxmlformats.org/officeDocument/2006/relationships" r:id="R82a0b1deb144493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5b53580b3a428b" /><Relationship Type="http://schemas.openxmlformats.org/officeDocument/2006/relationships/slideMaster" Target="/ppt/slideMasters/slideMaster1.xml" Id="R5685b01994c04627" /><Relationship Type="http://schemas.openxmlformats.org/officeDocument/2006/relationships/notesMaster" Target="/ppt/notesMasters/notesMaster1.xml" Id="Rfe40727258b540a0" /><Relationship Type="http://schemas.openxmlformats.org/officeDocument/2006/relationships/presProps" Target="/ppt/presProps.xml" Id="Rb41b96802c3a4e73" /><Relationship Type="http://schemas.openxmlformats.org/officeDocument/2006/relationships/viewProps" Target="/ppt/viewProps.xml" Id="R40949c1e262c4a1e" /><Relationship Type="http://schemas.openxmlformats.org/officeDocument/2006/relationships/tableStyles" Target="/ppt/tableStyles.xml" Id="R09ae3a77081e4783" /><Relationship Type="http://schemas.openxmlformats.org/officeDocument/2006/relationships/font" Target="/ppt/fonts/font.dat" Id="R47dda5234fd04db3" /><Relationship Type="http://schemas.openxmlformats.org/officeDocument/2006/relationships/font" Target="/ppt/fonts/font2.dat" Id="R82a0b1deb1444932" /><Relationship Type="http://schemas.openxmlformats.org/officeDocument/2006/relationships/slide" Target="/ppt/slides/slide1.xml" Id="Rbad6021ff15d40ac" /><Relationship Type="http://schemas.openxmlformats.org/officeDocument/2006/relationships/slide" Target="/ppt/slides/slide2.xml" Id="Rceba940a6c664e3b" /><Relationship Type="http://schemas.openxmlformats.org/officeDocument/2006/relationships/slide" Target="/ppt/slides/slide3.xml" Id="R434f51316c384f72" /><Relationship Type="http://schemas.openxmlformats.org/officeDocument/2006/relationships/slide" Target="/ppt/slides/slide4.xml" Id="R3f64c28e09e84e16" /><Relationship Type="http://schemas.openxmlformats.org/officeDocument/2006/relationships/slide" Target="/ppt/slides/slide5.xml" Id="R2f2e9aa1e8c54006" /><Relationship Type="http://schemas.openxmlformats.org/officeDocument/2006/relationships/slide" Target="/ppt/slides/slide6.xml" Id="Rec0300d980ae4adb" /><Relationship Type="http://schemas.openxmlformats.org/officeDocument/2006/relationships/slide" Target="/ppt/slides/slide7.xml" Id="R0d7f12af4b474332" /><Relationship Type="http://schemas.openxmlformats.org/officeDocument/2006/relationships/slide" Target="/ppt/slides/slide8.xml" Id="Rc48bc5b980044b6e" /><Relationship Type="http://schemas.openxmlformats.org/officeDocument/2006/relationships/slide" Target="/ppt/slides/slide9.xml" Id="R0a263486c70443e2" /><Relationship Type="http://schemas.openxmlformats.org/officeDocument/2006/relationships/slide" Target="/ppt/slides/slide10.xml" Id="R1a779d697df440cc" /><Relationship Type="http://schemas.openxmlformats.org/officeDocument/2006/relationships/slide" Target="/ppt/slides/slide11.xml" Id="R24892135df834baf" /><Relationship Type="http://schemas.openxmlformats.org/officeDocument/2006/relationships/slide" Target="/ppt/slides/slide12.xml" Id="Ra857574008024c50" /><Relationship Type="http://schemas.openxmlformats.org/officeDocument/2006/relationships/slide" Target="/ppt/slides/slide13.xml" Id="R230d35b3cdd249b0" /><Relationship Type="http://schemas.openxmlformats.org/officeDocument/2006/relationships/slide" Target="/ppt/slides/slide14.xml" Id="R7d8f74b605eb44a1" /><Relationship Type="http://schemas.openxmlformats.org/officeDocument/2006/relationships/slide" Target="/ppt/slides/slide15.xml" Id="R70dc6c68d1a44dd7" /><Relationship Type="http://schemas.openxmlformats.org/officeDocument/2006/relationships/slide" Target="/ppt/slides/slide16.xml" Id="Rd319c2e382dc4a4f" /><Relationship Type="http://schemas.openxmlformats.org/officeDocument/2006/relationships/slide" Target="/ppt/slides/slide17.xml" Id="R3ca3c361b1e246cd" /><Relationship Type="http://schemas.openxmlformats.org/officeDocument/2006/relationships/slide" Target="/ppt/slides/slide18.xml" Id="R7b182d5f4c404839" /><Relationship Type="http://schemas.openxmlformats.org/officeDocument/2006/relationships/slide" Target="/ppt/slides/slide19.xml" Id="Rfcbffb8f316d4d51" /><Relationship Type="http://schemas.openxmlformats.org/officeDocument/2006/relationships/slide" Target="/ppt/slides/slide20.xml" Id="Rbae23c9ef1e0434d" /><Relationship Type="http://schemas.openxmlformats.org/officeDocument/2006/relationships/slide" Target="/ppt/slides/slide21.xml" Id="Rbc303f5155544efa" /><Relationship Type="http://schemas.openxmlformats.org/officeDocument/2006/relationships/slide" Target="/ppt/slides/slide22.xml" Id="Red62420bc1164455" /><Relationship Type="http://schemas.openxmlformats.org/officeDocument/2006/relationships/slide" Target="/ppt/slides/slide23.xml" Id="Ra3e1044f6b874082" /><Relationship Type="http://schemas.openxmlformats.org/officeDocument/2006/relationships/slide" Target="/ppt/slides/slide24.xml" Id="R94a3da9033f84cf4" /><Relationship Type="http://schemas.openxmlformats.org/officeDocument/2006/relationships/slide" Target="/ppt/slides/slide25.xml" Id="Rbf3693d891bc424c" /><Relationship Type="http://schemas.openxmlformats.org/officeDocument/2006/relationships/slide" Target="/ppt/slides/slide26.xml" Id="Rad8a7344829a4194" /><Relationship Type="http://schemas.openxmlformats.org/officeDocument/2006/relationships/slide" Target="/ppt/slides/slide27.xml" Id="Rd6358d6e7b4a468f" /><Relationship Type="http://schemas.openxmlformats.org/officeDocument/2006/relationships/slide" Target="/ppt/slides/slide28.xml" Id="Rc0770557069b4dcb" /><Relationship Type="http://schemas.openxmlformats.org/officeDocument/2006/relationships/slide" Target="/ppt/slides/slide29.xml" Id="R2bff20dc7e444a59" /><Relationship Type="http://schemas.openxmlformats.org/officeDocument/2006/relationships/slide" Target="/ppt/slides/slide30.xml" Id="Rdc6b77d03b2c4d0e" /><Relationship Type="http://schemas.openxmlformats.org/officeDocument/2006/relationships/slide" Target="/ppt/slides/slide31.xml" Id="Rf1688c8ed8054789" /><Relationship Type="http://schemas.openxmlformats.org/officeDocument/2006/relationships/slide" Target="/ppt/slides/slide32.xml" Id="R5cdd6d394ab64957" /><Relationship Type="http://schemas.openxmlformats.org/officeDocument/2006/relationships/slide" Target="/ppt/slides/slide33.xml" Id="R36ae31d4f3334573" /><Relationship Type="http://schemas.openxmlformats.org/officeDocument/2006/relationships/slide" Target="/ppt/slides/slide34.xml" Id="R009ae2407b8a48e7" /><Relationship Type="http://schemas.openxmlformats.org/officeDocument/2006/relationships/slide" Target="/ppt/slides/slide35.xml" Id="R575e1bf5ea3f4a4e" /><Relationship Type="http://schemas.openxmlformats.org/officeDocument/2006/relationships/slide" Target="/ppt/slides/slide36.xml" Id="Re16875305d1d431c" /><Relationship Type="http://schemas.openxmlformats.org/officeDocument/2006/relationships/slide" Target="/ppt/slides/slide37.xml" Id="R83d112736678457e" /><Relationship Type="http://schemas.openxmlformats.org/officeDocument/2006/relationships/slide" Target="/ppt/slides/slide38.xml" Id="R9fdfb2fbbcf54c3c" /><Relationship Type="http://schemas.openxmlformats.org/officeDocument/2006/relationships/slide" Target="/ppt/slides/slide39.xml" Id="Rcfa065eb24934f24" /><Relationship Type="http://schemas.openxmlformats.org/officeDocument/2006/relationships/slide" Target="/ppt/slides/slide40.xml" Id="R6e8ae070f9d9488a" /><Relationship Type="http://schemas.openxmlformats.org/officeDocument/2006/relationships/slide" Target="/ppt/slides/slide41.xml" Id="R85227455d8d14e05" /><Relationship Type="http://schemas.openxmlformats.org/officeDocument/2006/relationships/slide" Target="/ppt/slides/slide42.xml" Id="R7250147e17644062" /><Relationship Type="http://schemas.openxmlformats.org/officeDocument/2006/relationships/slide" Target="/ppt/slides/slide43.xml" Id="R91bf76f70287438b" /><Relationship Type="http://schemas.openxmlformats.org/officeDocument/2006/relationships/slide" Target="/ppt/slides/slide44.xml" Id="Ra5e71fd3d3e1422a" /><Relationship Type="http://schemas.openxmlformats.org/officeDocument/2006/relationships/slide" Target="/ppt/slides/slide45.xml" Id="R115981092edb4207" /><Relationship Type="http://schemas.openxmlformats.org/officeDocument/2006/relationships/slide" Target="/ppt/slides/slide46.xml" Id="Rd0381eeb9e614131" /><Relationship Type="http://schemas.openxmlformats.org/officeDocument/2006/relationships/slide" Target="/ppt/slides/slide47.xml" Id="R484de7ac38954d19" /><Relationship Type="http://schemas.openxmlformats.org/officeDocument/2006/relationships/slide" Target="/ppt/slides/slide48.xml" Id="R731c3e56ddf14c57" /><Relationship Type="http://schemas.openxmlformats.org/officeDocument/2006/relationships/slide" Target="/ppt/slides/slide49.xml" Id="R50eeec80467a4ef5" /><Relationship Type="http://schemas.openxmlformats.org/officeDocument/2006/relationships/slide" Target="/ppt/slides/slide50.xml" Id="Ree4359c8f8874afc" /><Relationship Type="http://schemas.openxmlformats.org/officeDocument/2006/relationships/slide" Target="/ppt/slides/slide51.xml" Id="Ra2fe1be13a9442b2" /><Relationship Type="http://schemas.openxmlformats.org/officeDocument/2006/relationships/slide" Target="/ppt/slides/slide52.xml" Id="Rc361c42462004fb3" /><Relationship Type="http://schemas.openxmlformats.org/officeDocument/2006/relationships/slide" Target="/ppt/slides/slide53.xml" Id="Redec86e66d7349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2329f0146f45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73d6f95c624e7c" /><Relationship Type="http://schemas.openxmlformats.org/officeDocument/2006/relationships/notesMaster" Target="/ppt/notesMasters/notesMaster1.xml" Id="Re4e58f267f944d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da46c9bf494855" /><Relationship Type="http://schemas.openxmlformats.org/officeDocument/2006/relationships/notesMaster" Target="/ppt/notesMasters/notesMaster1.xml" Id="R8f8772e67b0542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aad1b30e3e43ed" /><Relationship Type="http://schemas.openxmlformats.org/officeDocument/2006/relationships/notesMaster" Target="/ppt/notesMasters/notesMaster1.xml" Id="Rc91179c6f4574d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de2ad4c482431b" /><Relationship Type="http://schemas.openxmlformats.org/officeDocument/2006/relationships/notesMaster" Target="/ppt/notesMasters/notesMaster1.xml" Id="Rb7cfcaa1673641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0b0a43445a4ac8" /><Relationship Type="http://schemas.openxmlformats.org/officeDocument/2006/relationships/notesMaster" Target="/ppt/notesMasters/notesMaster1.xml" Id="R36e8fc58d22d41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aefb1fe6224f70" /><Relationship Type="http://schemas.openxmlformats.org/officeDocument/2006/relationships/notesMaster" Target="/ppt/notesMasters/notesMaster1.xml" Id="R9cc00beb28c649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553873fe094952" /><Relationship Type="http://schemas.openxmlformats.org/officeDocument/2006/relationships/notesMaster" Target="/ppt/notesMasters/notesMaster1.xml" Id="R377fae4eb06443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7ffcf111584fa0" /><Relationship Type="http://schemas.openxmlformats.org/officeDocument/2006/relationships/notesMaster" Target="/ppt/notesMasters/notesMaster1.xml" Id="Rc9821c4444d244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b7c75f3d334f3f" /><Relationship Type="http://schemas.openxmlformats.org/officeDocument/2006/relationships/notesMaster" Target="/ppt/notesMasters/notesMaster1.xml" Id="Rc8d58f7be7bc4d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88ae3d44cf43c7" /><Relationship Type="http://schemas.openxmlformats.org/officeDocument/2006/relationships/notesMaster" Target="/ppt/notesMasters/notesMaster1.xml" Id="R4932ee4d47ef4d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1f4cb8a5594408" /><Relationship Type="http://schemas.openxmlformats.org/officeDocument/2006/relationships/notesMaster" Target="/ppt/notesMasters/notesMaster1.xml" Id="Re5e940f6e9534f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286a21cdad4451" /><Relationship Type="http://schemas.openxmlformats.org/officeDocument/2006/relationships/notesMaster" Target="/ppt/notesMasters/notesMaster1.xml" Id="R7eed1e0057b640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a6ebe7a7fe4ee5" /><Relationship Type="http://schemas.openxmlformats.org/officeDocument/2006/relationships/notesMaster" Target="/ppt/notesMasters/notesMaster1.xml" Id="R49317ae3fe154e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eb7f788bde4875" /><Relationship Type="http://schemas.openxmlformats.org/officeDocument/2006/relationships/notesMaster" Target="/ppt/notesMasters/notesMaster1.xml" Id="R35a299c083cc40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c074ca534be4581" /><Relationship Type="http://schemas.openxmlformats.org/officeDocument/2006/relationships/notesMaster" Target="/ppt/notesMasters/notesMaster1.xml" Id="Rad9c5bab24564a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0723e5b2f04ada" /><Relationship Type="http://schemas.openxmlformats.org/officeDocument/2006/relationships/notesMaster" Target="/ppt/notesMasters/notesMaster1.xml" Id="R4e063f52418249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3a79551dad4dfb" /><Relationship Type="http://schemas.openxmlformats.org/officeDocument/2006/relationships/notesMaster" Target="/ppt/notesMasters/notesMaster1.xml" Id="Rf9297c83180b48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c76554b09948ce" /><Relationship Type="http://schemas.openxmlformats.org/officeDocument/2006/relationships/notesMaster" Target="/ppt/notesMasters/notesMaster1.xml" Id="Rdd91f25086b243c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b3ce294c464166" /><Relationship Type="http://schemas.openxmlformats.org/officeDocument/2006/relationships/notesMaster" Target="/ppt/notesMasters/notesMaster1.xml" Id="Ra969ccb989a04a0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5cb66d04de4ab3" /><Relationship Type="http://schemas.openxmlformats.org/officeDocument/2006/relationships/notesMaster" Target="/ppt/notesMasters/notesMaster1.xml" Id="Rd9a7dce26970414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d2e26f1b7f499a" /><Relationship Type="http://schemas.openxmlformats.org/officeDocument/2006/relationships/notesMaster" Target="/ppt/notesMasters/notesMaster1.xml" Id="R6ec4cb10538c4a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ddffc05d2144e81" /><Relationship Type="http://schemas.openxmlformats.org/officeDocument/2006/relationships/notesMaster" Target="/ppt/notesMasters/notesMaster1.xml" Id="R0492dddcd7e442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73dfa9876e2417d" /><Relationship Type="http://schemas.openxmlformats.org/officeDocument/2006/relationships/notesMaster" Target="/ppt/notesMasters/notesMaster1.xml" Id="R9c0fb858b12e40b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165a29724db44aa" /><Relationship Type="http://schemas.openxmlformats.org/officeDocument/2006/relationships/notesMaster" Target="/ppt/notesMasters/notesMaster1.xml" Id="R6c12757912b3414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170a6495ba54c8f" /><Relationship Type="http://schemas.openxmlformats.org/officeDocument/2006/relationships/notesMaster" Target="/ppt/notesMasters/notesMaster1.xml" Id="Raf9267eaa0064c6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07e10c21c3c43a5" /><Relationship Type="http://schemas.openxmlformats.org/officeDocument/2006/relationships/notesMaster" Target="/ppt/notesMasters/notesMaster1.xml" Id="Rdf9ab4ae63534a9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d004ef6fa24dcd" /><Relationship Type="http://schemas.openxmlformats.org/officeDocument/2006/relationships/notesMaster" Target="/ppt/notesMasters/notesMaster1.xml" Id="R274dcb027abb4f0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72df20448744f16" /><Relationship Type="http://schemas.openxmlformats.org/officeDocument/2006/relationships/notesMaster" Target="/ppt/notesMasters/notesMaster1.xml" Id="R0b07e5361d55421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76b531a4dd94e14" /><Relationship Type="http://schemas.openxmlformats.org/officeDocument/2006/relationships/notesMaster" Target="/ppt/notesMasters/notesMaster1.xml" Id="Rab440e4a11c74f0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456ac5239514978" /><Relationship Type="http://schemas.openxmlformats.org/officeDocument/2006/relationships/notesMaster" Target="/ppt/notesMasters/notesMaster1.xml" Id="R772d8de3d14e433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c2fdbe4833947f1" /><Relationship Type="http://schemas.openxmlformats.org/officeDocument/2006/relationships/notesMaster" Target="/ppt/notesMasters/notesMaster1.xml" Id="R706eab45ae80438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0fe3f1859f24acd" /><Relationship Type="http://schemas.openxmlformats.org/officeDocument/2006/relationships/notesMaster" Target="/ppt/notesMasters/notesMaster1.xml" Id="Rfbdfed7ab0ae466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24bf22bac7d488f" /><Relationship Type="http://schemas.openxmlformats.org/officeDocument/2006/relationships/notesMaster" Target="/ppt/notesMasters/notesMaster1.xml" Id="Rdce7be277df14c4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dadaec8dc5645f8" /><Relationship Type="http://schemas.openxmlformats.org/officeDocument/2006/relationships/notesMaster" Target="/ppt/notesMasters/notesMaster1.xml" Id="Rffb007319d2944d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20401c6c9184e4a" /><Relationship Type="http://schemas.openxmlformats.org/officeDocument/2006/relationships/notesMaster" Target="/ppt/notesMasters/notesMaster1.xml" Id="R2d342c64c12845e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0fb2e91f96c4c85" /><Relationship Type="http://schemas.openxmlformats.org/officeDocument/2006/relationships/notesMaster" Target="/ppt/notesMasters/notesMaster1.xml" Id="Rdc558450078f45e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bc064a287e44bf2" /><Relationship Type="http://schemas.openxmlformats.org/officeDocument/2006/relationships/notesMaster" Target="/ppt/notesMasters/notesMaster1.xml" Id="Re8dfad635f54401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316d6e86717488c" /><Relationship Type="http://schemas.openxmlformats.org/officeDocument/2006/relationships/notesMaster" Target="/ppt/notesMasters/notesMaster1.xml" Id="R427fbd37dc6b44f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0f1b3170d9d4629" /><Relationship Type="http://schemas.openxmlformats.org/officeDocument/2006/relationships/notesMaster" Target="/ppt/notesMasters/notesMaster1.xml" Id="Rec502ebfd549490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d0f81caf1774e7e" /><Relationship Type="http://schemas.openxmlformats.org/officeDocument/2006/relationships/notesMaster" Target="/ppt/notesMasters/notesMaster1.xml" Id="R84d9ee9067f44fc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2a1737dc2a0405d" /><Relationship Type="http://schemas.openxmlformats.org/officeDocument/2006/relationships/notesMaster" Target="/ppt/notesMasters/notesMaster1.xml" Id="Rc48c1b677d06429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4ce3b5c39ed4376" /><Relationship Type="http://schemas.openxmlformats.org/officeDocument/2006/relationships/notesMaster" Target="/ppt/notesMasters/notesMaster1.xml" Id="R2ef4f30f38b34eb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797074c19484509" /><Relationship Type="http://schemas.openxmlformats.org/officeDocument/2006/relationships/notesMaster" Target="/ppt/notesMasters/notesMaster1.xml" Id="R3a6ecfa28d43407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4deb4224afa4f19" /><Relationship Type="http://schemas.openxmlformats.org/officeDocument/2006/relationships/notesMaster" Target="/ppt/notesMasters/notesMaster1.xml" Id="R3b9f3561ce5e438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21a1af22e3e4817" /><Relationship Type="http://schemas.openxmlformats.org/officeDocument/2006/relationships/notesMaster" Target="/ppt/notesMasters/notesMaster1.xml" Id="R74c24aba7fed45d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d78adceb3174a8e" /><Relationship Type="http://schemas.openxmlformats.org/officeDocument/2006/relationships/notesMaster" Target="/ppt/notesMasters/notesMaster1.xml" Id="Rc1a16df8b9974a8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3e17c901e8d4add" /><Relationship Type="http://schemas.openxmlformats.org/officeDocument/2006/relationships/notesMaster" Target="/ppt/notesMasters/notesMaster1.xml" Id="R8571a39a95e7417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e6c63a4140147b8" /><Relationship Type="http://schemas.openxmlformats.org/officeDocument/2006/relationships/notesMaster" Target="/ppt/notesMasters/notesMaster1.xml" Id="Rdd6a8572453449a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cd1ca49239640b9" /><Relationship Type="http://schemas.openxmlformats.org/officeDocument/2006/relationships/notesMaster" Target="/ppt/notesMasters/notesMaster1.xml" Id="R3eae8a955a184a2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ddf20692f7c4f06" /><Relationship Type="http://schemas.openxmlformats.org/officeDocument/2006/relationships/notesMaster" Target="/ppt/notesMasters/notesMaster1.xml" Id="Rd185a1a597ac448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d396678a9714407f" /><Relationship Type="http://schemas.openxmlformats.org/officeDocument/2006/relationships/notesMaster" Target="/ppt/notesMasters/notesMaster1.xml" Id="Ra4a886845a4340e9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30a9688964945e9" /><Relationship Type="http://schemas.openxmlformats.org/officeDocument/2006/relationships/notesMaster" Target="/ppt/notesMasters/notesMaster1.xml" Id="R3b3a95d2a6104aa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f5f5d97de4844a0" /><Relationship Type="http://schemas.openxmlformats.org/officeDocument/2006/relationships/notesMaster" Target="/ppt/notesMasters/notesMaster1.xml" Id="R5646227560864b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프로젝트 발표 표지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- D:\Project\SKN29-Final-2Team\.tmp\ppt_modern_v12\source-notes.txt</a:t>
            </a:r>
          </a:p>
          <a:p xmlns:a="http://schemas.openxmlformats.org/drawingml/2006/main">
            <a:r>
              <a:t>- D:\Project\SKN29-Final-2Team\docs\설계 및 구현\3_중간발표 이후\참고자료\[최종_프로젝트]_최종_발표회_프로젝트 결과보고서_템플릿.pptx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halil 프로젝트 핵심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- D:\Project\SKN29-Final-2Team\services\harness\registry.py</a:t>
            </a:r>
          </a:p>
          <a:p xmlns:a="http://schemas.openxmlformats.org/drawingml/2006/main">
            <a:r>
              <a:t>- D:\Project\SKN29-Final-2Team\.tmp\ppt_modern_v12\source-notes.txt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README.md §4.7
- services/harness/registry.py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목차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D:\Project\SKN29-Final-2Team\docs\설계 및 구현\3_중간발표 이후\참고자료\최종프로젝트준비.pdf</a:t>
            </a:r>
          </a:p>
          <a:p xmlns:a="http://schemas.openxmlformats.org/drawingml/2006/main">
            <a:r>
              <a:t>- D:\Project\SKN29-Final-2Team\docs\설계 및 구현\3_중간발표 이후\참고자료\[최종_프로젝트]_최종_발표회_프로젝트 결과보고서_템플릿.pptx</a:t>
            </a:r>
          </a:p>
          <a:p xmlns:a="http://schemas.openxmlformats.org/drawingml/2006/main">
            <a:r>
              <a:t>- D:\Project\SKN29-Final-2Team\.tmp\ppt_modern_v12\source-notes.txt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개요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D:\Project\SKN29-Final-2Team\docs\설계 및 구현\3_중간발표 이후\참고자료\[최종_프로젝트]_최종_발표회_프로젝트 결과보고서_템플릿.pptx</a:t>
            </a:r>
          </a:p>
          <a:p xmlns:a="http://schemas.openxmlformats.org/drawingml/2006/main">
            <a:r>
              <a:t>- D:\Project\SKN29-Final-2Team\docs\설계 및 구현\3_중간발표 이후\참고자료\최종프로젝트준비.pdf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McKinsey, The state of AI in 2025: Agents, innovation, and transformation (2025).</a:t>
            </a:r>
            <a:endParaRPr/>
          </a:p>
          <a:p xmlns:a="http://schemas.openxmlformats.org/drawingml/2006/main">
            <a:r>
              <a:t>- Survey: 1,993 respondents in 105 nations.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Glean Enterprise Search documentation.</a:t>
            </a:r>
            <a:endParaRPr/>
          </a:p>
          <a:p xmlns:a="http://schemas.openxmlformats.org/drawingml/2006/main">
            <a:r>
              <a:t>- Atlassian Rovo agent actions documentation.</a:t>
            </a:r>
          </a:p>
          <a:p xmlns:a="http://schemas.openxmlformats.org/drawingml/2006/main">
            <a:r>
              <a:t>- Microsoft Learn, Copilot Studio agent design guidance.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에이전트 운영 전 과정 통합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D:\Project\SKN29-Final-2Team\apps\agents\api_views.py</a:t>
            </a:r>
          </a:p>
          <a:p xmlns:a="http://schemas.openxmlformats.org/drawingml/2006/main">
            <a:r>
              <a:t>- D:\Project\SKN29-Final-2Team\services\agent_runtime\factory.py</a:t>
            </a:r>
          </a:p>
          <a:p xmlns:a="http://schemas.openxmlformats.org/drawingml/2006/main">
            <a:r>
              <a:t>- D:\Project\SKN29-Final-2Team\apps\skills\api_views.py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대표 사용자 흐름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- D:\Project\SKN29-Final-2Team\frontend\src\pages\AgentVersionEditPage\AgentVersionEditPage.tsx</a:t>
            </a:r>
          </a:p>
          <a:p xmlns:a="http://schemas.openxmlformats.org/drawingml/2006/main">
            <a:r>
              <a:t>- D:\Project\SKN29-Final-2Team\frontend\src\pages\ChatPage\ChatPage.tsx</a:t>
            </a:r>
          </a:p>
          <a:p xmlns:a="http://schemas.openxmlformats.org/drawingml/2006/main">
            <a:r>
              <a:t>- D:\Project\SKN29-Final-2Team\frontend\src\pages\SettingsPage\tabs\SkillsTab.tsx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업무 화면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- D:\Project\SKN29-Final-2Team\frontend\src\pages\ChatPage\ChatPage.tsx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[Capture slot]
- 브라우저 16:9 화면
- 팀 선택 후 ChatPage에서 문서 근거와 실행 결과가 함께 보이는 상태
- 계정명·토큰·민감한 프로젝트 데이터는 가린 뒤 삽입
[/Capture slot]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대화형 도구를 넘어선 팀 운영 플랫폼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- D:\Project\SKN29-Final-2Team\services\harness\registry.py</a:t>
            </a:r>
          </a:p>
          <a:p xmlns:a="http://schemas.openxmlformats.org/drawingml/2006/main">
            <a:r>
              <a:t>- D:\Project\SKN29-Final-2Team\DB\schema.sql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README.md §4.7
- services/harness/registry.py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정량적 업무 시간 절감 효과는 실제 운영 환경에서 추가 측정이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팀 구성 및 역할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D:\Project\SKN29-Final-2Team\docs\설계 및 구현\3_중간발표 이후\참고자료\[최종_프로젝트]_최종_발표회_프로젝트 결과보고서_템플릿.pptx</a:t>
            </a:r>
          </a:p>
          <a:p xmlns:a="http://schemas.openxmlformats.org/drawingml/2006/main">
            <a:r>
              <a:t>- D:\Project\SKN29-Final-2Team\docs\설계 및 구현\3_중간발표 이후\참고자료\최종프로젝트준비.pdf</a:t>
            </a:r>
          </a:p>
          <a:p xmlns:a="http://schemas.openxmlformats.org/drawingml/2006/main">
            <a:r>
              <a:t>- D:\Project\SKN29-Final-2Team\.tmp\ppt_modern_v12\source-notes.txt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팀 구성 및 역할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- D:\Project\SKN29-Final-2Team\services\agent_runtime\factory.py</a:t>
            </a:r>
          </a:p>
          <a:p xmlns:a="http://schemas.openxmlformats.org/drawingml/2006/main">
            <a:r>
              <a:t>- D:\Project\SKN29-Final-2Team\services\document_intake\service.py</a:t>
            </a:r>
          </a:p>
          <a:p xmlns:a="http://schemas.openxmlformats.org/drawingml/2006/main">
            <a:r>
              <a:t>- D:\Project\SKN29-Final-2Team\apps\ops\api_urls.py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발표용 구현 과정 정리</a:t>
            </a:r>
          </a:p>
          <a:p xmlns:a="http://schemas.openxmlformats.org/drawingml/2006/main">
            <a:r>
              <a:t>- 단계 구분은 실제 구현 내용을 발표 흐름에 맞게 재구성한 것으로, 여러 작업은 병행·중첩되어 진행됨.</a:t>
            </a:r>
          </a:p>
          <a:p xmlns:a="http://schemas.openxmlformats.org/drawingml/2006/main">
            <a:r>
              <a:t>- 마지막 단계에는 9월 3일 최종 발표를 위한 통합 검증·배포·시연 준비를 포함함.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 implementation history and project artifacts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--all</a:t>
            </a:r>
          </a:p>
          <a:p xmlns:a="http://schemas.openxmlformats.org/drawingml/2006/main">
            <a:r>
              <a:t>- docs/설계 및 구현/3_중간발표 이후/작업기록/</a:t>
            </a:r>
          </a:p>
          <a:p xmlns:a="http://schemas.openxmlformats.org/drawingml/2006/main">
            <a:r>
              <a:t>- tests/eval/README.md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수행 절차 및 방법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D:\Project\SKN29-Final-2Team\docs\설계 및 구현\3_중간발표 이후\참고자료\[최종_프로젝트]_최종_발표회_프로젝트 결과보고서_템플릿.pptx</a:t>
            </a:r>
          </a:p>
          <a:p xmlns:a="http://schemas.openxmlformats.org/drawingml/2006/main">
            <a:r>
              <a:t>- D:\Project\SKN29-Final-2Team\docs\설계 및 구현\3_중간발표 이후\참고자료\최종프로젝트준비.pdf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 아키텍처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- D:\Project\SKN29-Final-2Team\services\agent_runtime\factory.py</a:t>
            </a:r>
          </a:p>
          <a:p xmlns:a="http://schemas.openxmlformats.org/drawingml/2006/main">
            <a:r>
              <a:t>- D:\Project\SKN29-Final-2Team\DB\schema.sql</a:t>
            </a:r>
          </a:p>
          <a:p xmlns:a="http://schemas.openxmlformats.org/drawingml/2006/main">
            <a:r>
              <a:t>- D:\Project\SKN29-Final-2Team\infra\docker\docker-compose.aws.yml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repository: README.md; config/urls.py; config/settings/base.py; infra/docker/docker-compose.yml; infra/docker/docker-compose.aws.yml; apps/; services/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§6-8</a:t>
            </a:r>
          </a:p>
          <a:p xmlns:a="http://schemas.openxmlformats.org/drawingml/2006/main">
            <a:r>
              <a:t>- services/agent_runtime</a:t>
            </a:r>
          </a:p>
          <a:p xmlns:a="http://schemas.openxmlformats.org/drawingml/2006/main">
            <a:r>
              <a:t>- runpod_worker/README.md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docs/설계 및 구현/3_중간발표 이후/Agent/최종_파싱_보완_병합_구현명세.md</a:t>
            </a:r>
          </a:p>
          <a:p xmlns:a="http://schemas.openxmlformats.org/drawingml/2006/main">
            <a:r>
              <a:t>- services/agent_runtime/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모듈별 책임 경계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- D:\Project\SKN29-Final-2Team\apps\chat\api_views.py</a:t>
            </a:r>
          </a:p>
          <a:p xmlns:a="http://schemas.openxmlformats.org/drawingml/2006/main">
            <a:r>
              <a:t>- D:\Project\SKN29-Final-2Team\services\agent_runtime\factory.py</a:t>
            </a:r>
          </a:p>
          <a:p xmlns:a="http://schemas.openxmlformats.org/drawingml/2006/main">
            <a:r>
              <a:t>- D:\Project\SKN29-Final-2Team\DB\schema.sql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플랫폼 실행 단계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- D:\Project\SKN29-Final-2Team\apps\agents\api_views.py</a:t>
            </a:r>
          </a:p>
          <a:p xmlns:a="http://schemas.openxmlformats.org/drawingml/2006/main">
            <a:r>
              <a:t>- D:\Project\SKN29-Final-2Team\services\agent_runtime\executor.py</a:t>
            </a:r>
          </a:p>
          <a:p xmlns:a="http://schemas.openxmlformats.org/drawingml/2006/main">
            <a:r>
              <a:t>- D:\Project\SKN29-Final-2Team\apps\ops\api_urls.py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배포 구성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D:\Project\SKN29-Final-2Team\infra\docker\docker-compose.aws.yml</a:t>
            </a:r>
          </a:p>
          <a:p xmlns:a="http://schemas.openxmlformats.org/drawingml/2006/main">
            <a:r>
              <a:t>- D:\Project\SKN29-Final-2Team\Dockerfile</a:t>
            </a:r>
          </a:p>
          <a:p xmlns:a="http://schemas.openxmlformats.org/drawingml/2006/main">
            <a:r>
              <a:t>- D:\Project\SKN29-Final-2Team\DB\schema.sql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docs/설계 및 구현/3_중간발표 이후/Agent/2026-08-30_최종파싱_브랜치병합_담당자_인수인계_명세.md</a:t>
            </a:r>
          </a:p>
          <a:p xmlns:a="http://schemas.openxmlformats.org/drawingml/2006/main">
            <a:r>
              <a:t>- docs/설계 및 구현/3_중간발표 이후/작업기록/Juyeon_Agents_Description/03_스킬_검증_등록_설계.md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수행 결과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D:\Project\SKN29-Final-2Team\docs\설계 및 구현\3_중간발표 이후\참고자료\[최종_프로젝트]_최종_발표회_프로젝트 결과보고서_템플릿.pptx</a:t>
            </a:r>
          </a:p>
          <a:p xmlns:a="http://schemas.openxmlformats.org/drawingml/2006/main">
            <a:r>
              <a:t>- D:\Project\SKN29-Final-2Team\docs\설계 및 구현\3_중간발표 이후\참고자료\최종프로젝트준비.pdf</a:t>
            </a:r>
          </a:p>
          <a:p xmlns:a="http://schemas.openxmlformats.org/drawingml/2006/main">
            <a:r>
              <a:t>- D:\Project\SKN29-Final-2Team\.tmp\ppt_modern_v12\source-notes.txt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Platform 구현 결과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- D:\Project\SKN29-Final-2Team\apps\agents\api_views.py</a:t>
            </a:r>
          </a:p>
          <a:p xmlns:a="http://schemas.openxmlformats.org/drawingml/2006/main">
            <a:r>
              <a:t>- D:\Project\SKN29-Final-2Team\frontend\src\pages\AgentVersionEditPage\AgentVersionEditPage.tsx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에이전트 구성과 실행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D:\Project\SKN29-Final-2Team\apps\agents\api_views.py</a:t>
            </a:r>
          </a:p>
          <a:p xmlns:a="http://schemas.openxmlformats.org/drawingml/2006/main">
            <a:r>
              <a:t>- D:\Project\SKN29-Final-2Team\frontend\src\pages\AgentVersionEditPage\AgentVersionEditPage.tsx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services/harness/registry.py</a:t>
            </a:r>
          </a:p>
          <a:p xmlns:a="http://schemas.openxmlformats.org/drawingml/2006/main">
            <a:r>
              <a:t>- apps/agents/api_views.py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services/harness/registry.py</a:t>
            </a:r>
          </a:p>
          <a:p xmlns:a="http://schemas.openxmlformats.org/drawingml/2006/main">
            <a:r>
              <a:t>- services/agent_runtime/tools/loader.py</a:t>
            </a:r>
          </a:p>
          <a:p xmlns:a="http://schemas.openxmlformats.org/drawingml/2006/main">
            <a:r>
              <a:t>- docs/설계 및 구현/3_중간발표 이후/작업기록/Juyeon_Agents_Description/00_에이전트_설명.md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에이전트 구성·활성화·실행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D:\Project\SKN29-Final-2Team\apps\agents\api_views.py</a:t>
            </a:r>
          </a:p>
          <a:p xmlns:a="http://schemas.openxmlformats.org/drawingml/2006/main">
            <a:r>
              <a:t>- D:\Project\SKN29-Final-2Team\frontend\src\pages\AgentVersionEditPage\AgentVersionEditPage.tsx</a:t>
            </a:r>
          </a:p>
          <a:p xmlns:a="http://schemas.openxmlformats.org/drawingml/2006/main">
            <a:r>
              <a:t>- D:\Project\SKN29-Final-2Team\services\agent_runtime\subagents\validation.py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apps/agents/api_views.py: DRAFT/DISABLED → ACTIVE, ACTIVE → DISABLED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내장 도구 19종과 확장 도구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D:\Project\SKN29-Final-2Team\services\harness\registry.py</a:t>
            </a:r>
          </a:p>
          <a:p xmlns:a="http://schemas.openxmlformats.org/drawingml/2006/main">
            <a:r>
              <a:t>- D:\Project\SKN29-Final-2Team\services\agent_runtime\tools\loader.py</a:t>
            </a:r>
          </a:p>
          <a:p xmlns:a="http://schemas.openxmlformats.org/drawingml/2006/main">
            <a:r>
              <a:t>- D:\Project\SKN29-Final-2Team\services\mcp\client.py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§4.7</a:t>
            </a:r>
          </a:p>
          <a:p xmlns:a="http://schemas.openxmlformats.org/drawingml/2006/main">
            <a:r>
              <a:t>- services/harness/registry.py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services/harness/registry.py</a:t>
            </a:r>
          </a:p>
          <a:p xmlns:a="http://schemas.openxmlformats.org/drawingml/2006/main">
            <a:r>
              <a:t>- services/agent_runtime/tools/loader.py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Runtime·HITL 구현 결과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D:\Project\SKN29-Final-2Team\services\agent_runtime\factory.py</a:t>
            </a:r>
          </a:p>
          <a:p xmlns:a="http://schemas.openxmlformats.org/drawingml/2006/main">
            <a:r>
              <a:t>- D:\Project\SKN29-Final-2Team\services\agent_runtime\executor.py</a:t>
            </a:r>
          </a:p>
          <a:p xmlns:a="http://schemas.openxmlformats.org/drawingml/2006/main">
            <a:r>
              <a:t>- D:\Project\SKN29-Final-2Team\apps\chat\api_views.py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Runtime 실행 루프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D:\Project\SKN29-Final-2Team\services\agent_runtime\executor.py</a:t>
            </a:r>
          </a:p>
          <a:p xmlns:a="http://schemas.openxmlformats.org/drawingml/2006/main">
            <a:r>
              <a:t>- D:\Project\SKN29-Final-2Team\services\agent_runtime\events.py</a:t>
            </a:r>
          </a:p>
          <a:p xmlns:a="http://schemas.openxmlformats.org/drawingml/2006/main">
            <a:r>
              <a:t>- D:\Project\SKN29-Final-2Team\services\agent_runtime\factory.py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docs/설계 및 구현/3_중간발표 이후/작업기록/Juyeon_Agents_Description/00_에이전트_설명.md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모델과 서버의 책임 분리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D:\Project\SKN29-Final-2Team\services\agent_runtime\factory.py</a:t>
            </a:r>
          </a:p>
          <a:p xmlns:a="http://schemas.openxmlformats.org/drawingml/2006/main">
            <a:r>
              <a:t>- D:\Project\SKN29-Final-2Team\services\agent_runtime\runtime_policy.py</a:t>
            </a:r>
          </a:p>
          <a:p xmlns:a="http://schemas.openxmlformats.org/drawingml/2006/main">
            <a:r>
              <a:t>- D:\Project\SKN29-Final-2Team\services\agent_runtime\events.py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docs/설계 및 구현/3_중간발표 이후/작업기록/Juyeon_Agents_Description/00_에이전트_설명.md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apps/chat/serializers.py: approve, reject, respond, edit decisions</a:t>
            </a:r>
          </a:p>
          <a:p xmlns:a="http://schemas.openxmlformats.org/drawingml/2006/main">
            <a:r>
              <a:t>- apps/chat/api_views.py: per-call decisions and rejected tool-call handling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docs/설계 및 구현/3_중간발표 이후/작업기록/Juyeon_Agents_Description/00_에이전트_설명.md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구현된 실행 안전장치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D:\Project\SKN29-Final-2Team\services\agent_runtime\factory.py</a:t>
            </a:r>
          </a:p>
          <a:p xmlns:a="http://schemas.openxmlformats.org/drawingml/2006/main">
            <a:r>
              <a:t>- D:\Project\SKN29-Final-2Team\services\agent_runtime\runtime_policy.py</a:t>
            </a:r>
          </a:p>
          <a:p xmlns:a="http://schemas.openxmlformats.org/drawingml/2006/main">
            <a:r>
              <a:t>- D:\Project\SKN29-Final-2Team\services\agent_runtime\subagents\validation.py</a:t>
            </a:r>
          </a:p>
          <a:p xmlns:a="http://schemas.openxmlformats.org/drawingml/2006/main">
            <a:r>
              <a:t>- D:\Project\SKN29-Final-2Team\DB\schema.sql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services/agent_runtime/runtime_policy.py</a:t>
            </a:r>
          </a:p>
          <a:p xmlns:a="http://schemas.openxmlformats.org/drawingml/2006/main">
            <a:r>
              <a:t>- services/harness/registry.py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services/harness/registry.py</a:t>
            </a:r>
          </a:p>
          <a:p xmlns:a="http://schemas.openxmlformats.org/drawingml/2006/main">
            <a:r>
              <a:t>- docs/설계 및 구현/3_중간발표 이후/작업기록/Juyeon_Agents_Description/00_에이전트_설명.md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Skills 구현 결과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D:\Project\SKN29-Final-2Team\apps\skills\api_views.py</a:t>
            </a:r>
          </a:p>
          <a:p xmlns:a="http://schemas.openxmlformats.org/drawingml/2006/main">
            <a:r>
              <a:t>- D:\Project\SKN29-Final-2Team\services\agent_runtime\skills\registration.py</a:t>
            </a:r>
          </a:p>
          <a:p xmlns:a="http://schemas.openxmlformats.org/drawingml/2006/main">
            <a:r>
              <a:t>- D:\Project\SKN29-Final-2Team\services\agent_runtime\skills\evaluation\pipeline.py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스킬 생명주기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D:\Project\SKN29-Final-2Team\apps\skills\api_views.py</a:t>
            </a:r>
          </a:p>
          <a:p xmlns:a="http://schemas.openxmlformats.org/drawingml/2006/main">
            <a:r>
              <a:t>- D:\Project\SKN29-Final-2Team\services\agent_runtime\skills\registration.py</a:t>
            </a:r>
          </a:p>
          <a:p xmlns:a="http://schemas.openxmlformats.org/drawingml/2006/main">
            <a:r>
              <a:t>- D:\Project\SKN29-Final-2Team\apps\skills\management\commands\skill_validation_worker.py</a:t>
            </a:r>
          </a:p>
          <a:p xmlns:a="http://schemas.openxmlformats.org/drawingml/2006/main">
            <a:r>
              <a:t>- D:\Project\SKN29-Final-2Team\frontend\src\pages\SettingsPage\tabs\SkillsTab.tsx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docs/설계 및 구현/3_중간발표 이후/작업기록/Juyeon_Agents_Description/03_스킬_검증_등록_설계.md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대화 기반 스킬 생성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D:\Project\SKN29-Final-2Team\services\harness\registry.py</a:t>
            </a:r>
          </a:p>
          <a:p xmlns:a="http://schemas.openxmlformats.org/drawingml/2006/main">
            <a:r>
              <a:t>- D:\Project\SKN29-Final-2Team\services\agent_runtime\skills\registration.py</a:t>
            </a:r>
          </a:p>
          <a:p xmlns:a="http://schemas.openxmlformats.org/drawingml/2006/main">
            <a:r>
              <a:t>- D:\Project\SKN29-Final-2Team\frontend\src\pages\SettingsPage\tabs\SkillsTab.tsx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services/agent_runtime/skills/evaluation/pipeline.py: test preparation, routing, behavior, semantic review, scoring</a:t>
            </a:r>
          </a:p>
          <a:p xmlns:a="http://schemas.openxmlformats.org/drawingml/2006/main">
            <a:r>
              <a:t>- services/agent_runtime/skills/registration.py: PREPARING_TESTS, TESTING, PUBLISHING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services/agent_runtime/skills/evaluation</a:t>
            </a:r>
          </a:p>
          <a:p xmlns:a="http://schemas.openxmlformats.org/drawingml/2006/main">
            <a:r>
              <a:t>- apps/skills/management/commands/skill_validation_worker.py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docs/설계 및 구현/3_중간발표 이후/작업기록/Juyeon_Agents_Description/03_스킬_검증_등록_설계.md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스킬 관리 범위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D:\Project\SKN29-Final-2Team\apps\skills\api_views.py</a:t>
            </a:r>
          </a:p>
          <a:p xmlns:a="http://schemas.openxmlformats.org/drawingml/2006/main">
            <a:r>
              <a:t>- D:\Project\SKN29-Final-2Team\apps\skills\management\commands\skill_validation_worker.py</a:t>
            </a:r>
          </a:p>
          <a:p xmlns:a="http://schemas.openxmlformats.org/drawingml/2006/main">
            <a:r>
              <a:t>- D:\Project\SKN29-Final-2Team\apps\ops\api_urls.py</a:t>
            </a:r>
          </a:p>
          <a:p xmlns:a="http://schemas.openxmlformats.org/drawingml/2006/main">
            <a:r>
              <a:t>- D:\Project\SKN29-Final-2Team\DB\schema.sql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범위와 현재 한계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D:\Project\SKN29-Final-2Team\services\agent_runtime\skills\evaluation\pipeline.py</a:t>
            </a:r>
          </a:p>
          <a:p xmlns:a="http://schemas.openxmlformats.org/drawingml/2006/main">
            <a:r>
              <a:t>- D:\Project\SKN29-Final-2Team\services\agent_runtime\runtime_policy.py</a:t>
            </a:r>
          </a:p>
          <a:p xmlns:a="http://schemas.openxmlformats.org/drawingml/2006/main">
            <a:r>
              <a:t>- D:\Project\SKN29-Final-2Team\.tmp\ppt_modern_v12\source-notes.txt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apps/skills/api_views.py</a:t>
            </a:r>
          </a:p>
          <a:p xmlns:a="http://schemas.openxmlformats.org/drawingml/2006/main">
            <a:r>
              <a:t>- services/agent_runtime/skills/service.py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docs/설계 및 구현/3_중간발표 이후/작업기록/Juyeon_Agents_Description/03_스킬_검증_등록_설계.md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Document·Project 구현 결과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D:\Project\SKN29-Final-2Team\services\document_intake\service.py</a:t>
            </a:r>
          </a:p>
          <a:p xmlns:a="http://schemas.openxmlformats.org/drawingml/2006/main">
            <a:r>
              <a:t>- D:\Project\SKN29-Final-2Team\apps\projects\api_views.py</a:t>
            </a:r>
          </a:p>
          <a:p xmlns:a="http://schemas.openxmlformats.org/drawingml/2006/main">
            <a:r>
              <a:t>- D:\Project\SKN29-Final-2Team\services\harness\registry.py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처리 파이프라인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D:\Project\SKN29-Final-2Team\services\document_intake\service.py</a:t>
            </a:r>
          </a:p>
          <a:p xmlns:a="http://schemas.openxmlformats.org/drawingml/2006/main">
            <a:r>
              <a:t>- D:\Project\SKN29-Final-2Team\backend\db\document_pipeline.py</a:t>
            </a:r>
          </a:p>
          <a:p xmlns:a="http://schemas.openxmlformats.org/drawingml/2006/main">
            <a:r>
              <a:t>- D:\Project\SKN29-Final-2Team\DB\schema.sql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runpod_worker/README.md</a:t>
            </a:r>
          </a:p>
          <a:p xmlns:a="http://schemas.openxmlformats.org/drawingml/2006/main">
            <a:r>
              <a:t>- runpod_worker/pipeline.py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docs/설계 및 구현/3_중간발표 이후/Agent/최종_파싱_보완_병합_구현명세.md</a:t>
            </a:r>
          </a:p>
          <a:p xmlns:a="http://schemas.openxmlformats.org/drawingml/2006/main">
            <a:r>
              <a:t>- tests/eval/README.md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레이아웃 기반 문서 파싱 결과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D:\Project\SKN29-Final-2Team\services\document_intake\service.py</a:t>
            </a:r>
          </a:p>
          <a:p xmlns:a="http://schemas.openxmlformats.org/drawingml/2006/main">
            <a:r>
              <a:t>- D:\Project\SKN29-Final-2Team\backend\db\document_pipeline.py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docs/설계 및 구현/3_중간발표 이후/Agent/최종_파싱_보완_병합_구현명세.md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 기반 프로젝트 실행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D:\Project\SKN29-Final-2Team\apps\projects\api_views.py</a:t>
            </a:r>
          </a:p>
          <a:p xmlns:a="http://schemas.openxmlformats.org/drawingml/2006/main">
            <a:r>
              <a:t>- D:\Project\SKN29-Final-2Team\services\harness\registry.py</a:t>
            </a:r>
          </a:p>
          <a:p xmlns:a="http://schemas.openxmlformats.org/drawingml/2006/main">
            <a:r>
              <a:t>- D:\Project\SKN29-Final-2Team\apps\chat\api_views.py</a:t>
            </a:r>
          </a:p>
          <a:p xmlns:a="http://schemas.openxmlformats.org/drawingml/2006/main">
            <a:r>
              <a:t>- D:\Project\SKN29-Final-2Team\DB\schema.sql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services/task_extraction/service.py</a:t>
            </a:r>
          </a:p>
          <a:p xmlns:a="http://schemas.openxmlformats.org/drawingml/2006/main">
            <a:r>
              <a:t>- services/harness/registry.py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services/task_extraction/service.py</a:t>
            </a:r>
          </a:p>
          <a:p xmlns:a="http://schemas.openxmlformats.org/drawingml/2006/main">
            <a:r>
              <a:t>- docs/설계 및 구현/3_중간발표 이후/설계/메인_시나리오.md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Operations·확장성 구현 결과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D:\Project\SKN29-Final-2Team\apps\ops\api_urls.py</a:t>
            </a:r>
          </a:p>
          <a:p xmlns:a="http://schemas.openxmlformats.org/drawingml/2006/main">
            <a:r>
              <a:t>- D:\Project\SKN29-Final-2Team\DB\schema.sql</a:t>
            </a:r>
          </a:p>
          <a:p xmlns:a="http://schemas.openxmlformats.org/drawingml/2006/main">
            <a:r>
              <a:t>- D:\Project\SKN29-Final-2Team\apps\connectors\api_views.py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운영자 콘솔 구현 범위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D:\Project\SKN29-Final-2Team\apps\ops\api_urls.py</a:t>
            </a:r>
          </a:p>
          <a:p xmlns:a="http://schemas.openxmlformats.org/drawingml/2006/main">
            <a:r>
              <a:t>- D:\Project\SKN29-Final-2Team\DB\schema.sql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apps/ops/views/guardrails.py</a:t>
            </a:r>
          </a:p>
          <a:p xmlns:a="http://schemas.openxmlformats.org/drawingml/2006/main">
            <a:r>
              <a:t>- README.md §4.9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docs/설계 및 구현/3_중간발표 이후/작업기록/Deep_Agents/2026-08-30_운영자_대시보드_UI_UX_및_정보_정합성_개선_작업기록.md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제품과 운영의 통제 경계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D:\Project\SKN29-Final-2Team\apps\chat\api_views.py</a:t>
            </a:r>
          </a:p>
          <a:p xmlns:a="http://schemas.openxmlformats.org/drawingml/2006/main">
            <a:r>
              <a:t>- D:\Project\SKN29-Final-2Team\apps\ops\api_urls.py</a:t>
            </a:r>
          </a:p>
          <a:p xmlns:a="http://schemas.openxmlformats.org/drawingml/2006/main">
            <a:r>
              <a:t>- D:\Project\SKN29-Final-2Team\DB\schema.sql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docs/설계 및 구현/3_중간발표 이후/작업기록/Deep_Agents/2026-08-30_운영자_대시보드_UI_UX_및_정보_정합성_개선_작업기록.md</a:t>
            </a:r>
          </a:p>
          <a:p xmlns:a="http://schemas.openxmlformats.org/drawingml/2006/main">
            <a:r>
              <a:t>- services/agent_runtime/tools/loader.py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연동과 확장 지점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D:\Project\SKN29-Final-2Team\requirements\base.txt</a:t>
            </a:r>
          </a:p>
          <a:p xmlns:a="http://schemas.openxmlformats.org/drawingml/2006/main">
            <a:r>
              <a:t>- D:\Project\SKN29-Final-2Team\apps\connectors\api_views.py</a:t>
            </a:r>
          </a:p>
          <a:p xmlns:a="http://schemas.openxmlformats.org/drawingml/2006/main">
            <a:r>
              <a:t>- D:\Project\SKN29-Final-2Team\services\mcp\client.py</a:t>
            </a:r>
          </a:p>
          <a:p xmlns:a="http://schemas.openxmlformats.org/drawingml/2006/main">
            <a:r>
              <a:t>- D:\Project\SKN29-Final-2Team\apps\ops\api_urls.py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§4.7</a:t>
            </a:r>
          </a:p>
          <a:p xmlns:a="http://schemas.openxmlformats.org/drawingml/2006/main">
            <a:r>
              <a:t>- services/harness/registry.py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services/mcp/</a:t>
            </a:r>
          </a:p>
          <a:p xmlns:a="http://schemas.openxmlformats.org/drawingml/2006/main">
            <a:r>
              <a:t>- apps/connectors/</a:t>
            </a:r>
          </a:p>
          <a:p xmlns:a="http://schemas.openxmlformats.org/drawingml/2006/main">
            <a:r>
              <a:t>- services/harness/registry.py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기반 에이전트 구성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D:\Project\SKN29-Final-2Team\frontend\src\pages\AgentVersionEditPage\AgentVersionEditPage.tsx</a:t>
            </a:r>
          </a:p>
          <a:p xmlns:a="http://schemas.openxmlformats.org/drawingml/2006/main">
            <a:r>
              <a:t>- D:\Project\SKN29-Final-2Team\apps\agents\api_views.py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[Capture slot]
- AgentVersionEditPage 실제 브라우저 화면
- 이름·지시문·모델·도구·Subagent 설정과 활성 버전 상태가 보이도록 캡처
- 테스트용 에이전트 이름과 데이터 사용
[/Capture slot]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시연 시나리오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D:\Project\SKN29-Final-2Team\frontend\src\pages\AgentVersionEditPage\AgentVersionEditPage.tsx</a:t>
            </a:r>
          </a:p>
          <a:p xmlns:a="http://schemas.openxmlformats.org/drawingml/2006/main">
            <a:r>
              <a:t>- D:\Project\SKN29-Final-2Team\frontend\src\pages\ChatPage\ChatPage.tsx</a:t>
            </a:r>
          </a:p>
          <a:p xmlns:a="http://schemas.openxmlformats.org/drawingml/2006/main">
            <a:r>
              <a:t>- D:\Project\SKN29-Final-2Team\frontend\src\pages\SettingsPage\tabs\SkillsTab.tsx</a:t>
            </a:r>
          </a:p>
          <a:p xmlns:a="http://schemas.openxmlformats.org/drawingml/2006/main">
            <a:r>
              <a:t>- D:\Project\SKN29-Final-2Team\docs\설계 및 구현\3_중간발표 이후\참고자료\최종프로젝트준비.pdf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docs/설계 및 구현/3_중간발표 이후/설계/메인_시나리오.md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영상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D:\Project\SKN29-Final-2Team\docs\설계 및 구현\3_중간발표 이후\참고자료\[최종_프로젝트]_최종_발표회_프로젝트 결과보고서_템플릿.pptx</a:t>
            </a:r>
          </a:p>
          <a:p xmlns:a="http://schemas.openxmlformats.org/drawingml/2006/main">
            <a:r>
              <a:t>- D:\Project\SKN29-Final-2Team\docs\설계 및 구현\3_중간발표 이후\참고자료\최종프로젝트준비.pdf</a:t>
            </a:r>
          </a:p>
          <a:p xmlns:a="http://schemas.openxmlformats.org/drawingml/2006/main">
            <a:r>
              <a:t>- D:\Project\SKN29-Final-2Team\.tmp\ppt_modern_v12\source-notes.txt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항목 및 판정 기준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D:\Project\SKN29-Final-2Team\tests</a:t>
            </a:r>
          </a:p>
          <a:p xmlns:a="http://schemas.openxmlformats.org/drawingml/2006/main">
            <a:r>
              <a:t>- D:\Project\SKN29-Final-2Team\services\agent_runtime\skills\evaluation\pipeline.py</a:t>
            </a:r>
          </a:p>
          <a:p xmlns:a="http://schemas.openxmlformats.org/drawingml/2006/main">
            <a:r>
              <a:t>- D:\Project\SKN29-Final-2Team\.tmp\ppt_modern_v12\source-notes.txt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tests/eval/results/document_search_hybrid_2026-08-28.json</a:t>
            </a:r>
          </a:p>
          <a:p xmlns:a="http://schemas.openxmlformats.org/drawingml/2006/main">
            <a:r>
              <a:t>- docs/설계 및 구현/3_중간발표 이후/작업기록/Jihun_eval_v2/2026-08-27_대표_DEV_12건_자동평가_기준선.md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tests/eval/README.md</a:t>
            </a:r>
          </a:p>
          <a:p xmlns:a="http://schemas.openxmlformats.org/drawingml/2006/main">
            <a:r>
              <a:t>- tests/eval/results/document_search_hybrid_2026-08-28.json</a:t>
            </a:r>
          </a:p>
          <a:p xmlns:a="http://schemas.openxmlformats.org/drawingml/2006/main">
            <a:r>
              <a:t>- docs/설계 및 구현/3_중간발표 이후/작업기록/Jihun_eval_v2/2026-08-28_AV073_Core_DEV_36건_재평가.md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정량 평가 결과 입력 영역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D:\Project\SKN29-Final-2Team\tests</a:t>
            </a:r>
          </a:p>
          <a:p xmlns:a="http://schemas.openxmlformats.org/drawingml/2006/main">
            <a:r>
              <a:t>- D:\Project\SKN29-Final-2Team\.tmp\ppt_modern_v12\source-notes.txt</a:t>
            </a:r>
          </a:p>
          <a:p xmlns:a="http://schemas.openxmlformats.org/drawingml/2006/main">
            <a:r>
              <a:t>- D:\Project\SKN29-Final-2Team\docs\설계 및 구현\3_중간발표 이후\참고자료\[최종_프로젝트]_최종_발표회_프로젝트 결과보고서_템플릿.pptx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tests/eval/results/document_search_hybrid_2026-08-28.json</a:t>
            </a:r>
          </a:p>
          <a:p xmlns:a="http://schemas.openxmlformats.org/drawingml/2006/main">
            <a:r>
              <a:t>- docs/설계 및 구현/3_중간발표 이후/작업기록/Jihun_eval_v2/2026-08-27_대표_DEV_12건_자동평가_기준선.md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tests/eval/README.md</a:t>
            </a:r>
          </a:p>
          <a:p xmlns:a="http://schemas.openxmlformats.org/drawingml/2006/main">
            <a:r>
              <a:t>- tests/eval/golden/retrieval.json</a:t>
            </a:r>
          </a:p>
          <a:p xmlns:a="http://schemas.openxmlformats.org/drawingml/2006/main">
            <a:r>
              <a:t>- docs/설계 및 구현/3_중간발표 이후/작업기록/Jihun_eval_v2/2026-08-28_AV073_Core_DEV_36건_재평가.md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승인 게이트 동작 화면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D:\Project\SKN29-Final-2Team\apps\chat\api_views.py</a:t>
            </a:r>
          </a:p>
          <a:p xmlns:a="http://schemas.openxmlformats.org/drawingml/2006/main">
            <a:r>
              <a:t>- D:\Project\SKN29-Final-2Team\services\agent_runtime\factory.py</a:t>
            </a:r>
          </a:p>
          <a:p xmlns:a="http://schemas.openxmlformats.org/drawingml/2006/main">
            <a:r>
              <a:t>- D:\Project\SKN29-Final-2Team\frontend\src\pages\ChatPage\ChatPage.tsx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[Capture slot]
- 같은 쓰기 도구 호출 시나리오의 승인 전·후 화면을 한 쌍으로 캡처
- 왼쪽: 인자와 승인·수정·거절 선택지
- 오른쪽: 승인 후 체크포인트 재개와 도구 결과
- 계정명·토큰·외부 서비스 식별 정보는 가린 뒤 삽입
[/Capture slot]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자체 평가 의견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D:\Project\SKN29-Final-2Team\docs\설계 및 구현\3_중간발표 이후\참고자료\[최종_프로젝트]_최종_발표회_프로젝트 결과보고서_템플릿.pptx</a:t>
            </a:r>
          </a:p>
          <a:p xmlns:a="http://schemas.openxmlformats.org/drawingml/2006/main">
            <a:r>
              <a:t>- D:\Project\SKN29-Final-2Team\docs\설계 및 구현\3_중간발표 이후\참고자료\최종프로젝트준비.pdf</a:t>
            </a:r>
          </a:p>
          <a:p xmlns:a="http://schemas.openxmlformats.org/drawingml/2006/main">
            <a:r>
              <a:t>- D:\Project\SKN29-Final-2Team\.tmp\ppt_modern_v12\source-notes.txt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자체 평가 의견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D:\Project\SKN29-Final-2Team\.tmp\ppt_modern_v12\source-notes.txt</a:t>
            </a:r>
          </a:p>
          <a:p xmlns:a="http://schemas.openxmlformats.org/drawingml/2006/main">
            <a:r>
              <a:t>- D:\Project\SKN29-Final-2Team\services\agent_runtime\runtime_policy.py</a:t>
            </a:r>
          </a:p>
          <a:p xmlns:a="http://schemas.openxmlformats.org/drawingml/2006/main">
            <a:r>
              <a:t>- D:\Project\SKN29-Final-2Team\services\agent_runtime\skills\evaluation\pipeline.py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§10</a:t>
            </a:r>
          </a:p>
          <a:p xmlns:a="http://schemas.openxmlformats.org/drawingml/2006/main">
            <a:r>
              <a:t>- tests/eval/results/document_search_hybrid_2026-08-28.json</a:t>
            </a:r>
          </a:p>
          <a:p xmlns:a="http://schemas.openxmlformats.org/drawingml/2006/main">
            <a:r>
              <a:t>- docs/설계 및 구현/3_중간발표 이후/작업기록/Jihun_eval_v2/2026-08-27_대표_DEV_12건_자동평가_기준선.md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tests/eval/README.md</a:t>
            </a:r>
          </a:p>
          <a:p xmlns:a="http://schemas.openxmlformats.org/drawingml/2006/main">
            <a:r>
              <a:t>- docs/설계 및 구현/3_중간발표 이후/Agent/2026-08-30_최종파싱_브랜치병합_담당자_인수인계_명세.md</a:t>
            </a:r>
          </a:p>
          <a:p xmlns:a="http://schemas.openxmlformats.org/drawingml/2006/main">
            <a:r>
              <a:t>- docs/설계 및 구현/3_중간발표 이후/작업기록/Jihun_eval_v2/2026-08-28_AV073_Core_DEV_36건_재평가.md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업무 맥락과 실행 통제를 하나의 플랫폼으로 통합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D:\Project\SKN29-Final-2Team\frontend\src\routes.ts</a:t>
            </a:r>
          </a:p>
          <a:p xmlns:a="http://schemas.openxmlformats.org/drawingml/2006/main">
            <a:r>
              <a:t>- D:\Project\SKN29-Final-2Team\services\agent_runtime\factory.py</a:t>
            </a:r>
          </a:p>
          <a:p xmlns:a="http://schemas.openxmlformats.org/drawingml/2006/main">
            <a:r>
              <a:t>- D:\Project\SKN29-Final-2Team\docs\설계 및 구현\3_중간발표 이후\참고자료\[최종_프로젝트]_최종_발표회_프로젝트 결과보고서_템플릿.pptx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d222c544447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edcd054e21464e" /><Relationship Type="http://schemas.openxmlformats.org/officeDocument/2006/relationships/slideLayout" Target="/ppt/slideLayouts/slideLayout1.xml" Id="Rf457a81ce37f4f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57a81ce37f4f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45a5e33024432" /><Relationship Type="http://schemas.openxmlformats.org/officeDocument/2006/relationships/image" Target="/ppt/media/image.png" Id="Re25f9e66425645ea" /><Relationship Type="http://schemas.openxmlformats.org/officeDocument/2006/relationships/image" Target="/ppt/media/image2.png" Id="Rc613976d547e411a" /><Relationship Type="http://schemas.openxmlformats.org/officeDocument/2006/relationships/image" Target="/ppt/media/image3.png" Id="R5d3f24f2a0fb4fef" /><Relationship Type="http://schemas.openxmlformats.org/officeDocument/2006/relationships/notesSlide" Target="/ppt/notesSlides/notesSlide1.xml" Id="R8a370622c2b84d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7f8b1d1c74a03" /><Relationship Type="http://schemas.openxmlformats.org/officeDocument/2006/relationships/image" Target="/ppt/media/image2.png" Id="Rbff8caa9531b49e7" /><Relationship Type="http://schemas.openxmlformats.org/officeDocument/2006/relationships/image" Target="/ppt/media/image3.png" Id="R8ab8873918444024" /><Relationship Type="http://schemas.openxmlformats.org/officeDocument/2006/relationships/notesSlide" Target="/ppt/notesSlides/notesSlide2.xml" Id="R999699b3583445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4d595193e42d5" /><Relationship Type="http://schemas.openxmlformats.org/officeDocument/2006/relationships/image" Target="/ppt/media/image2.png" Id="R4ba111138e784354" /><Relationship Type="http://schemas.openxmlformats.org/officeDocument/2006/relationships/image" Target="/ppt/media/image3.png" Id="Ra679631d898e4056" /><Relationship Type="http://schemas.openxmlformats.org/officeDocument/2006/relationships/notesSlide" Target="/ppt/notesSlides/notesSlide3.xml" Id="R6d85cf967b8445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684e8524943a0" /><Relationship Type="http://schemas.openxmlformats.org/officeDocument/2006/relationships/image" Target="/ppt/media/image2.png" Id="R541d489066ee4b64" /><Relationship Type="http://schemas.openxmlformats.org/officeDocument/2006/relationships/image" Target="/ppt/media/image3.png" Id="R8eabe107501041dd" /><Relationship Type="http://schemas.openxmlformats.org/officeDocument/2006/relationships/notesSlide" Target="/ppt/notesSlides/notesSlide4.xml" Id="R76e468fd787842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73665c70543d7" /><Relationship Type="http://schemas.openxmlformats.org/officeDocument/2006/relationships/image" Target="/ppt/media/image2.png" Id="R90c9163bcc504f09" /><Relationship Type="http://schemas.openxmlformats.org/officeDocument/2006/relationships/image" Target="/ppt/media/image3.png" Id="R2f522d935c0e431d" /><Relationship Type="http://schemas.openxmlformats.org/officeDocument/2006/relationships/notesSlide" Target="/ppt/notesSlides/notesSlide5.xml" Id="Rf4ccfeabc00345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08fda27904b71" /><Relationship Type="http://schemas.openxmlformats.org/officeDocument/2006/relationships/image" Target="/ppt/media/image2.png" Id="Rf7db06444f544f77" /><Relationship Type="http://schemas.openxmlformats.org/officeDocument/2006/relationships/image" Target="/ppt/media/image3.png" Id="R98ba830caaf1482c" /><Relationship Type="http://schemas.openxmlformats.org/officeDocument/2006/relationships/notesSlide" Target="/ppt/notesSlides/notesSlide6.xml" Id="R4f724a3815b941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762020f7c496a" /><Relationship Type="http://schemas.openxmlformats.org/officeDocument/2006/relationships/image" Target="/ppt/media/image2.png" Id="R1ffd865590a44e20" /><Relationship Type="http://schemas.openxmlformats.org/officeDocument/2006/relationships/image" Target="/ppt/media/image3.png" Id="R7bb9aa76ca214481" /><Relationship Type="http://schemas.openxmlformats.org/officeDocument/2006/relationships/notesSlide" Target="/ppt/notesSlides/notesSlide7.xml" Id="R72501c0d56b842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f58eda9444b28" /><Relationship Type="http://schemas.openxmlformats.org/officeDocument/2006/relationships/image" Target="/ppt/media/image2.png" Id="R2f0b00f900db428f" /><Relationship Type="http://schemas.openxmlformats.org/officeDocument/2006/relationships/image" Target="/ppt/media/image3.png" Id="R33ed16a2eeb64a7e" /><Relationship Type="http://schemas.openxmlformats.org/officeDocument/2006/relationships/notesSlide" Target="/ppt/notesSlides/notesSlide8.xml" Id="R05678fabd4b544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4ed4b3ea7497d" /><Relationship Type="http://schemas.openxmlformats.org/officeDocument/2006/relationships/image" Target="/ppt/media/image2.png" Id="R1027cd4b417641cf" /><Relationship Type="http://schemas.openxmlformats.org/officeDocument/2006/relationships/image" Target="/ppt/media/image3.png" Id="Re8e6018514404291" /><Relationship Type="http://schemas.openxmlformats.org/officeDocument/2006/relationships/notesSlide" Target="/ppt/notesSlides/notesSlide9.xml" Id="Rf58fbb99b2fe47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697fd7de04020" /><Relationship Type="http://schemas.openxmlformats.org/officeDocument/2006/relationships/image" Target="/ppt/media/image2.png" Id="R46234a33d5a44fa2" /><Relationship Type="http://schemas.openxmlformats.org/officeDocument/2006/relationships/image" Target="/ppt/media/image3.png" Id="R4744f919bfc64b70" /><Relationship Type="http://schemas.openxmlformats.org/officeDocument/2006/relationships/notesSlide" Target="/ppt/notesSlides/notesSlide10.xml" Id="R0ecea052a0934e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0b22a23e64049" /><Relationship Type="http://schemas.openxmlformats.org/officeDocument/2006/relationships/image" Target="/ppt/media/image2.png" Id="Rb607e5943aa34ef3" /><Relationship Type="http://schemas.openxmlformats.org/officeDocument/2006/relationships/image" Target="/ppt/media/image3.png" Id="R8c3d582d8d2946ad" /><Relationship Type="http://schemas.openxmlformats.org/officeDocument/2006/relationships/notesSlide" Target="/ppt/notesSlides/notesSlide11.xml" Id="R3249485fff374b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24f423a8449c8" /><Relationship Type="http://schemas.openxmlformats.org/officeDocument/2006/relationships/image" Target="/ppt/media/image2.png" Id="Re2a66c72ad494845" /><Relationship Type="http://schemas.openxmlformats.org/officeDocument/2006/relationships/image" Target="/ppt/media/image3.png" Id="R89412bbdbd7c43b3" /><Relationship Type="http://schemas.openxmlformats.org/officeDocument/2006/relationships/notesSlide" Target="/ppt/notesSlides/notesSlide12.xml" Id="R49423a5fa2624c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e15359309472f" /><Relationship Type="http://schemas.openxmlformats.org/officeDocument/2006/relationships/image" Target="/ppt/media/image2.png" Id="R76e86aa4cf764f13" /><Relationship Type="http://schemas.openxmlformats.org/officeDocument/2006/relationships/image" Target="/ppt/media/image3.png" Id="Rbba22ddf49d7419f" /><Relationship Type="http://schemas.openxmlformats.org/officeDocument/2006/relationships/notesSlide" Target="/ppt/notesSlides/notesSlide13.xml" Id="R1447d7acab964c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bc57e04bd481e" /><Relationship Type="http://schemas.openxmlformats.org/officeDocument/2006/relationships/image" Target="/ppt/media/image2.png" Id="R017010ebdaca4e82" /><Relationship Type="http://schemas.openxmlformats.org/officeDocument/2006/relationships/image" Target="/ppt/media/image3.png" Id="Rf32910e14761479a" /><Relationship Type="http://schemas.openxmlformats.org/officeDocument/2006/relationships/notesSlide" Target="/ppt/notesSlides/notesSlide14.xml" Id="R319d15b904c747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d89c8efcb42e8" /><Relationship Type="http://schemas.openxmlformats.org/officeDocument/2006/relationships/image" Target="/ppt/media/image2.png" Id="Re3851179e2cd4586" /><Relationship Type="http://schemas.openxmlformats.org/officeDocument/2006/relationships/image" Target="/ppt/media/image3.png" Id="R9eb345afe70a4bae" /><Relationship Type="http://schemas.openxmlformats.org/officeDocument/2006/relationships/notesSlide" Target="/ppt/notesSlides/notesSlide15.xml" Id="Ra579b0aeffb94a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84da57a51466a" /><Relationship Type="http://schemas.openxmlformats.org/officeDocument/2006/relationships/image" Target="/ppt/media/image2.png" Id="R393ba10727cd4f69" /><Relationship Type="http://schemas.openxmlformats.org/officeDocument/2006/relationships/image" Target="/ppt/media/image3.png" Id="R681eb3a54a9c440f" /><Relationship Type="http://schemas.openxmlformats.org/officeDocument/2006/relationships/image" Target="/ppt/media/image4.png" Id="R3b41b3d5e2d943c0" /><Relationship Type="http://schemas.openxmlformats.org/officeDocument/2006/relationships/notesSlide" Target="/ppt/notesSlides/notesSlide16.xml" Id="R4e727d8efe9b4b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ff97f012f4588" /><Relationship Type="http://schemas.openxmlformats.org/officeDocument/2006/relationships/image" Target="/ppt/media/image2.png" Id="Rfef2298ef0694f03" /><Relationship Type="http://schemas.openxmlformats.org/officeDocument/2006/relationships/image" Target="/ppt/media/image3.png" Id="R4260fbacdae14ecc" /><Relationship Type="http://schemas.openxmlformats.org/officeDocument/2006/relationships/notesSlide" Target="/ppt/notesSlides/notesSlide17.xml" Id="Ra1b8da06a6f9462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1188eaf4449ff" /><Relationship Type="http://schemas.openxmlformats.org/officeDocument/2006/relationships/image" Target="/ppt/media/image2.png" Id="Rcaf03291f381421e" /><Relationship Type="http://schemas.openxmlformats.org/officeDocument/2006/relationships/image" Target="/ppt/media/image3.png" Id="Raf30782f484d44d2" /><Relationship Type="http://schemas.openxmlformats.org/officeDocument/2006/relationships/notesSlide" Target="/ppt/notesSlides/notesSlide18.xml" Id="R31f00880ca3c43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87b5e33b64695" /><Relationship Type="http://schemas.openxmlformats.org/officeDocument/2006/relationships/image" Target="/ppt/media/image2.png" Id="R9511b1a41efc4103" /><Relationship Type="http://schemas.openxmlformats.org/officeDocument/2006/relationships/image" Target="/ppt/media/image3.png" Id="R1b3132bbef2649cd" /><Relationship Type="http://schemas.openxmlformats.org/officeDocument/2006/relationships/notesSlide" Target="/ppt/notesSlides/notesSlide19.xml" Id="R2b58edb6218049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5fd53042f4259" /><Relationship Type="http://schemas.openxmlformats.org/officeDocument/2006/relationships/image" Target="/ppt/media/image2.png" Id="Rc008ac9a531e4cf2" /><Relationship Type="http://schemas.openxmlformats.org/officeDocument/2006/relationships/image" Target="/ppt/media/image3.png" Id="Rd8a3dcd7f3754cbc" /><Relationship Type="http://schemas.openxmlformats.org/officeDocument/2006/relationships/notesSlide" Target="/ppt/notesSlides/notesSlide20.xml" Id="R3cf50de2ed0d4c8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00175cbfb42e3" /><Relationship Type="http://schemas.openxmlformats.org/officeDocument/2006/relationships/image" Target="/ppt/media/image2.png" Id="R89ef99f1af4f4b99" /><Relationship Type="http://schemas.openxmlformats.org/officeDocument/2006/relationships/image" Target="/ppt/media/image3.png" Id="Raaca19c6a4ab4b4d" /><Relationship Type="http://schemas.openxmlformats.org/officeDocument/2006/relationships/notesSlide" Target="/ppt/notesSlides/notesSlide21.xml" Id="R104736f04cba46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3a62741f540a6" /><Relationship Type="http://schemas.openxmlformats.org/officeDocument/2006/relationships/image" Target="/ppt/media/image2.png" Id="R8b2bc987360c466b" /><Relationship Type="http://schemas.openxmlformats.org/officeDocument/2006/relationships/image" Target="/ppt/media/image3.png" Id="Rbda727f0afde473b" /><Relationship Type="http://schemas.openxmlformats.org/officeDocument/2006/relationships/notesSlide" Target="/ppt/notesSlides/notesSlide22.xml" Id="Rb90507935d04487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8c95518764112" /><Relationship Type="http://schemas.openxmlformats.org/officeDocument/2006/relationships/image" Target="/ppt/media/image2.png" Id="R3918bd3cebd34246" /><Relationship Type="http://schemas.openxmlformats.org/officeDocument/2006/relationships/image" Target="/ppt/media/image3.png" Id="R78376de970204a8d" /><Relationship Type="http://schemas.openxmlformats.org/officeDocument/2006/relationships/notesSlide" Target="/ppt/notesSlides/notesSlide23.xml" Id="R76a47c1633e34f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bf675b24441c1" /><Relationship Type="http://schemas.openxmlformats.org/officeDocument/2006/relationships/image" Target="/ppt/media/image2.png" Id="R3b22f1c4d5784ddc" /><Relationship Type="http://schemas.openxmlformats.org/officeDocument/2006/relationships/image" Target="/ppt/media/image3.png" Id="Rcba9b29005ca4e63" /><Relationship Type="http://schemas.openxmlformats.org/officeDocument/2006/relationships/notesSlide" Target="/ppt/notesSlides/notesSlide24.xml" Id="R0a3da4b428ce4a7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549a710434e8a" /><Relationship Type="http://schemas.openxmlformats.org/officeDocument/2006/relationships/image" Target="/ppt/media/image2.png" Id="R74f73bb2fb7847ca" /><Relationship Type="http://schemas.openxmlformats.org/officeDocument/2006/relationships/image" Target="/ppt/media/image3.png" Id="R4cbe5a3a179346ba" /><Relationship Type="http://schemas.openxmlformats.org/officeDocument/2006/relationships/notesSlide" Target="/ppt/notesSlides/notesSlide25.xml" Id="R1309eb9dd5c645d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c072ed3114122" /><Relationship Type="http://schemas.openxmlformats.org/officeDocument/2006/relationships/image" Target="/ppt/media/image2.png" Id="Rbf1cd93cc5254060" /><Relationship Type="http://schemas.openxmlformats.org/officeDocument/2006/relationships/image" Target="/ppt/media/image3.png" Id="R0ff05929f5f049bd" /><Relationship Type="http://schemas.openxmlformats.org/officeDocument/2006/relationships/notesSlide" Target="/ppt/notesSlides/notesSlide26.xml" Id="Rf1cc73e4e313490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11ce15b3d4196" /><Relationship Type="http://schemas.openxmlformats.org/officeDocument/2006/relationships/image" Target="/ppt/media/image2.png" Id="Ra26b079197dd4143" /><Relationship Type="http://schemas.openxmlformats.org/officeDocument/2006/relationships/image" Target="/ppt/media/image3.png" Id="R0fbcf59d2bf14dab" /><Relationship Type="http://schemas.openxmlformats.org/officeDocument/2006/relationships/notesSlide" Target="/ppt/notesSlides/notesSlide27.xml" Id="R81edf530400e4b8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f824499f845fd" /><Relationship Type="http://schemas.openxmlformats.org/officeDocument/2006/relationships/image" Target="/ppt/media/image2.png" Id="R3fac2646fbd04332" /><Relationship Type="http://schemas.openxmlformats.org/officeDocument/2006/relationships/image" Target="/ppt/media/image3.png" Id="Reca5ed529de94fde" /><Relationship Type="http://schemas.openxmlformats.org/officeDocument/2006/relationships/notesSlide" Target="/ppt/notesSlides/notesSlide28.xml" Id="Rd1a146f9e695417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8986f2a2646bd" /><Relationship Type="http://schemas.openxmlformats.org/officeDocument/2006/relationships/image" Target="/ppt/media/image2.png" Id="R4eb9d5ba21c041c9" /><Relationship Type="http://schemas.openxmlformats.org/officeDocument/2006/relationships/image" Target="/ppt/media/image3.png" Id="R389f15b9a62a40d2" /><Relationship Type="http://schemas.openxmlformats.org/officeDocument/2006/relationships/notesSlide" Target="/ppt/notesSlides/notesSlide29.xml" Id="Rf9854ce9066b476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50a7712bc4393" /><Relationship Type="http://schemas.openxmlformats.org/officeDocument/2006/relationships/image" Target="/ppt/media/image2.png" Id="R5aa75fcf98ce4cb2" /><Relationship Type="http://schemas.openxmlformats.org/officeDocument/2006/relationships/image" Target="/ppt/media/image3.png" Id="R75d9fe4388d54ebc" /><Relationship Type="http://schemas.openxmlformats.org/officeDocument/2006/relationships/notesSlide" Target="/ppt/notesSlides/notesSlide30.xml" Id="R046f7005f18d4d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21c2859dd4629" /><Relationship Type="http://schemas.openxmlformats.org/officeDocument/2006/relationships/image" Target="/ppt/media/image2.png" Id="R96c7748ab1c54569" /><Relationship Type="http://schemas.openxmlformats.org/officeDocument/2006/relationships/image" Target="/ppt/media/image3.png" Id="Rfd2d71f27116455b" /><Relationship Type="http://schemas.openxmlformats.org/officeDocument/2006/relationships/notesSlide" Target="/ppt/notesSlides/notesSlide31.xml" Id="R26fddc7a743b4be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8148142a84501" /><Relationship Type="http://schemas.openxmlformats.org/officeDocument/2006/relationships/image" Target="/ppt/media/image2.png" Id="R3fe766afa45146cc" /><Relationship Type="http://schemas.openxmlformats.org/officeDocument/2006/relationships/image" Target="/ppt/media/image3.png" Id="Re7bb630992f8401e" /><Relationship Type="http://schemas.openxmlformats.org/officeDocument/2006/relationships/notesSlide" Target="/ppt/notesSlides/notesSlide32.xml" Id="Rc94faeedb2ca4da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67875b7884869" /><Relationship Type="http://schemas.openxmlformats.org/officeDocument/2006/relationships/image" Target="/ppt/media/image2.png" Id="Rb9564ff473254061" /><Relationship Type="http://schemas.openxmlformats.org/officeDocument/2006/relationships/image" Target="/ppt/media/image3.png" Id="Rfdaa5ace1acc4b61" /><Relationship Type="http://schemas.openxmlformats.org/officeDocument/2006/relationships/notesSlide" Target="/ppt/notesSlides/notesSlide33.xml" Id="R587aa649e5ec499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c88cb9936420d" /><Relationship Type="http://schemas.openxmlformats.org/officeDocument/2006/relationships/image" Target="/ppt/media/image2.png" Id="Rf60ea24d66a44a2d" /><Relationship Type="http://schemas.openxmlformats.org/officeDocument/2006/relationships/image" Target="/ppt/media/image3.png" Id="R624fe067bd38449e" /><Relationship Type="http://schemas.openxmlformats.org/officeDocument/2006/relationships/notesSlide" Target="/ppt/notesSlides/notesSlide34.xml" Id="R4149a134a2e2415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8479046314a51" /><Relationship Type="http://schemas.openxmlformats.org/officeDocument/2006/relationships/image" Target="/ppt/media/image2.png" Id="Rd5861ff8de8f4292" /><Relationship Type="http://schemas.openxmlformats.org/officeDocument/2006/relationships/image" Target="/ppt/media/image3.png" Id="R40a0c13f4f87427e" /><Relationship Type="http://schemas.openxmlformats.org/officeDocument/2006/relationships/notesSlide" Target="/ppt/notesSlides/notesSlide35.xml" Id="Rf5efbeff24ba4d4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96055687f4f02" /><Relationship Type="http://schemas.openxmlformats.org/officeDocument/2006/relationships/image" Target="/ppt/media/image2.png" Id="R3de219e23843470f" /><Relationship Type="http://schemas.openxmlformats.org/officeDocument/2006/relationships/image" Target="/ppt/media/image3.png" Id="R6b52e248cb834f0a" /><Relationship Type="http://schemas.openxmlformats.org/officeDocument/2006/relationships/notesSlide" Target="/ppt/notesSlides/notesSlide36.xml" Id="R9fc00d6e20984cd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edea613314b15" /><Relationship Type="http://schemas.openxmlformats.org/officeDocument/2006/relationships/image" Target="/ppt/media/image2.png" Id="Rde051a4d77c44226" /><Relationship Type="http://schemas.openxmlformats.org/officeDocument/2006/relationships/image" Target="/ppt/media/image3.png" Id="Rf57e3420fab749c0" /><Relationship Type="http://schemas.openxmlformats.org/officeDocument/2006/relationships/notesSlide" Target="/ppt/notesSlides/notesSlide37.xml" Id="Re83f86c5eea44af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678e52dfb4153" /><Relationship Type="http://schemas.openxmlformats.org/officeDocument/2006/relationships/image" Target="/ppt/media/image2.png" Id="Recb3836bc12b4548" /><Relationship Type="http://schemas.openxmlformats.org/officeDocument/2006/relationships/image" Target="/ppt/media/image3.png" Id="R510858342f4a464d" /><Relationship Type="http://schemas.openxmlformats.org/officeDocument/2006/relationships/notesSlide" Target="/ppt/notesSlides/notesSlide38.xml" Id="R289b0fc4d646442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ddb5d4d1f4aa6" /><Relationship Type="http://schemas.openxmlformats.org/officeDocument/2006/relationships/image" Target="/ppt/media/image2.png" Id="Rebef53549fe94f7b" /><Relationship Type="http://schemas.openxmlformats.org/officeDocument/2006/relationships/image" Target="/ppt/media/image3.png" Id="Rf4a956165485473e" /><Relationship Type="http://schemas.openxmlformats.org/officeDocument/2006/relationships/image" Target="/ppt/media/image5.png" Id="Rc86cf3b7815848a8" /><Relationship Type="http://schemas.openxmlformats.org/officeDocument/2006/relationships/image" Target="/ppt/media/image6.png" Id="R5ce456fcce9549f1" /><Relationship Type="http://schemas.openxmlformats.org/officeDocument/2006/relationships/notesSlide" Target="/ppt/notesSlides/notesSlide39.xml" Id="Rcb04d4a9d719497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a4b7e1e8d497a" /><Relationship Type="http://schemas.openxmlformats.org/officeDocument/2006/relationships/image" Target="/ppt/media/image2.png" Id="R0dedf4cbd3b647a8" /><Relationship Type="http://schemas.openxmlformats.org/officeDocument/2006/relationships/image" Target="/ppt/media/image3.png" Id="R74809fa8dcaf4289" /><Relationship Type="http://schemas.openxmlformats.org/officeDocument/2006/relationships/notesSlide" Target="/ppt/notesSlides/notesSlide40.xml" Id="R1cc48f05745b41e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2bfb69a434109" /><Relationship Type="http://schemas.openxmlformats.org/officeDocument/2006/relationships/image" Target="/ppt/media/image2.png" Id="Rf2b43ed698e94943" /><Relationship Type="http://schemas.openxmlformats.org/officeDocument/2006/relationships/image" Target="/ppt/media/image3.png" Id="R014a61199ed44519" /><Relationship Type="http://schemas.openxmlformats.org/officeDocument/2006/relationships/notesSlide" Target="/ppt/notesSlides/notesSlide41.xml" Id="Rb6caaadf85f4472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f192c43954ad5" /><Relationship Type="http://schemas.openxmlformats.org/officeDocument/2006/relationships/image" Target="/ppt/media/image2.png" Id="Rd92ccbf3357c4f20" /><Relationship Type="http://schemas.openxmlformats.org/officeDocument/2006/relationships/image" Target="/ppt/media/image3.png" Id="R83a62ebdcd814e66" /><Relationship Type="http://schemas.openxmlformats.org/officeDocument/2006/relationships/notesSlide" Target="/ppt/notesSlides/notesSlide42.xml" Id="Rac82caf3df28440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7cd5bd2904148" /><Relationship Type="http://schemas.openxmlformats.org/officeDocument/2006/relationships/image" Target="/ppt/media/image2.png" Id="R63d9cca04c7e42d8" /><Relationship Type="http://schemas.openxmlformats.org/officeDocument/2006/relationships/image" Target="/ppt/media/image3.png" Id="R24e372f0e87f4296" /><Relationship Type="http://schemas.openxmlformats.org/officeDocument/2006/relationships/notesSlide" Target="/ppt/notesSlides/notesSlide43.xml" Id="R42ec7a85814441d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7d848e3bc49e5" /><Relationship Type="http://schemas.openxmlformats.org/officeDocument/2006/relationships/image" Target="/ppt/media/image2.png" Id="Ra238aebe60774e87" /><Relationship Type="http://schemas.openxmlformats.org/officeDocument/2006/relationships/image" Target="/ppt/media/image3.png" Id="R227d802b761d427d" /><Relationship Type="http://schemas.openxmlformats.org/officeDocument/2006/relationships/notesSlide" Target="/ppt/notesSlides/notesSlide44.xml" Id="Re729995e4c014de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36fa96c8748ed" /><Relationship Type="http://schemas.openxmlformats.org/officeDocument/2006/relationships/image" Target="/ppt/media/image2.png" Id="Rbff202a2b7a94b69" /><Relationship Type="http://schemas.openxmlformats.org/officeDocument/2006/relationships/image" Target="/ppt/media/image3.png" Id="R5881766007dd45e5" /><Relationship Type="http://schemas.openxmlformats.org/officeDocument/2006/relationships/notesSlide" Target="/ppt/notesSlides/notesSlide45.xml" Id="R52efb5aa0e49406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f153ed05f4e84" /><Relationship Type="http://schemas.openxmlformats.org/officeDocument/2006/relationships/image" Target="/ppt/media/image2.png" Id="R5c692c52a8b04923" /><Relationship Type="http://schemas.openxmlformats.org/officeDocument/2006/relationships/image" Target="/ppt/media/image3.png" Id="R17eced4a12c74c9f" /><Relationship Type="http://schemas.openxmlformats.org/officeDocument/2006/relationships/notesSlide" Target="/ppt/notesSlides/notesSlide46.xml" Id="Rec1b8f0773da448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003c53f3f46d6" /><Relationship Type="http://schemas.openxmlformats.org/officeDocument/2006/relationships/image" Target="/ppt/media/image2.png" Id="R6b24d882e9924214" /><Relationship Type="http://schemas.openxmlformats.org/officeDocument/2006/relationships/image" Target="/ppt/media/image3.png" Id="Rad8cf69621364456" /><Relationship Type="http://schemas.openxmlformats.org/officeDocument/2006/relationships/notesSlide" Target="/ppt/notesSlides/notesSlide47.xml" Id="R907f7396352c432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407878176463c" /><Relationship Type="http://schemas.openxmlformats.org/officeDocument/2006/relationships/image" Target="/ppt/media/image2.png" Id="Rafe095932a674fdd" /><Relationship Type="http://schemas.openxmlformats.org/officeDocument/2006/relationships/image" Target="/ppt/media/image3.png" Id="R78b3de92d86f4248" /><Relationship Type="http://schemas.openxmlformats.org/officeDocument/2006/relationships/notesSlide" Target="/ppt/notesSlides/notesSlide48.xml" Id="Rd932f5c260e54cf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b95d596eb48dc" /><Relationship Type="http://schemas.openxmlformats.org/officeDocument/2006/relationships/image" Target="/ppt/media/image2.png" Id="R432d7f74386a464c" /><Relationship Type="http://schemas.openxmlformats.org/officeDocument/2006/relationships/image" Target="/ppt/media/image3.png" Id="Ra1096ef0e4184175" /><Relationship Type="http://schemas.openxmlformats.org/officeDocument/2006/relationships/notesSlide" Target="/ppt/notesSlides/notesSlide49.xml" Id="Re7f973646977400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5d1836c8a43d2" /><Relationship Type="http://schemas.openxmlformats.org/officeDocument/2006/relationships/image" Target="/ppt/media/image2.png" Id="Rcc1b7a9100774608" /><Relationship Type="http://schemas.openxmlformats.org/officeDocument/2006/relationships/image" Target="/ppt/media/image3.png" Id="R20f2ae21ad174fe0" /><Relationship Type="http://schemas.openxmlformats.org/officeDocument/2006/relationships/notesSlide" Target="/ppt/notesSlides/notesSlide50.xml" Id="R66848e3715234ec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020f1d8284f45" /><Relationship Type="http://schemas.openxmlformats.org/officeDocument/2006/relationships/image" Target="/ppt/media/image2.png" Id="Re678628f8f4341d6" /><Relationship Type="http://schemas.openxmlformats.org/officeDocument/2006/relationships/image" Target="/ppt/media/image3.png" Id="R10c4c41410ec47cf" /><Relationship Type="http://schemas.openxmlformats.org/officeDocument/2006/relationships/notesSlide" Target="/ppt/notesSlides/notesSlide51.xml" Id="Re6bf49c12b4146d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4fbfca66549e6" /><Relationship Type="http://schemas.openxmlformats.org/officeDocument/2006/relationships/image" Target="/ppt/media/image2.png" Id="R3a92c3580ac84812" /><Relationship Type="http://schemas.openxmlformats.org/officeDocument/2006/relationships/image" Target="/ppt/media/image3.png" Id="R2c17c596e74b4668" /><Relationship Type="http://schemas.openxmlformats.org/officeDocument/2006/relationships/notesSlide" Target="/ppt/notesSlides/notesSlide52.xml" Id="R0d7cabdc411b465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b6325963944ce" /><Relationship Type="http://schemas.openxmlformats.org/officeDocument/2006/relationships/image" Target="/ppt/media/image2.png" Id="Rec9642b1bae440df" /><Relationship Type="http://schemas.openxmlformats.org/officeDocument/2006/relationships/image" Target="/ppt/media/image3.png" Id="Rbe1986f4a04c4427" /><Relationship Type="http://schemas.openxmlformats.org/officeDocument/2006/relationships/notesSlide" Target="/ppt/notesSlides/notesSlide53.xml" Id="Rbaafcbe605d44f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4" name="그림 1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f9e66425645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op-accent">
            <a:extLst xmlns:a="http://schemas.openxmlformats.org/drawingml/2006/main">
              <a:ext uri="{FF2B5EF4-FFF2-40B4-BE49-F238E27FC236}">
                <a16:creationId xmlns:a16="http://schemas.microsoft.com/office/drawing/2014/main" id="{FD225F8F-9585-4CFD-8189-C60D4818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070DADF-0ECC-4412-8BB6-A784F511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8C94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8C944"/>
                </a:solidFill>
                <a:latin typeface="Pretendard"/>
                <a:ea typeface="Pretendard"/>
                <a:cs typeface="Pretendard"/>
              </a:rPr>
              <a:t>K-DIGITAL TRAINING · SKN29 FINAL PROJECT</a:t>
            </a:r>
          </a:p>
        </p:txBody>
      </p:sp>
      <p:sp>
        <p:nvSpPr>
          <p:cNvPr id="4" name="cover-brand">
            <a:extLst xmlns:a="http://schemas.openxmlformats.org/drawingml/2006/main">
              <a:ext uri="{FF2B5EF4-FFF2-40B4-BE49-F238E27FC236}">
                <a16:creationId xmlns:a16="http://schemas.microsoft.com/office/drawing/2014/main" id="{FCD65751-AFA4-4881-B1A9-4ACB0B95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halil</a:t>
            </a:r>
          </a:p>
        </p:txBody>
      </p:sp>
      <p:sp>
        <p:nvSpPr>
          <p:cNvPr id="5" name="cover-formal">
            <a:extLst xmlns:a="http://schemas.openxmlformats.org/drawingml/2006/main">
              <a:ext uri="{FF2B5EF4-FFF2-40B4-BE49-F238E27FC236}">
                <a16:creationId xmlns:a16="http://schemas.microsoft.com/office/drawing/2014/main" id="{95A7E9C8-F158-4C07-A7D6-1AB94FE7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619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프로젝트 운영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Agent Platform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01C2AE3-54C4-42CC-A236-FA07DAF1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D8E5F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D8E5F6"/>
                </a:solidFill>
                <a:latin typeface="Pretendard"/>
                <a:ea typeface="Pretendard"/>
                <a:cs typeface="Pretendard"/>
              </a:rPr>
              <a:t>에이전트 구성부터 근거 기반 실행·승인·운영까지</a:t>
            </a:r>
          </a:p>
        </p:txBody>
      </p:sp>
      <p:cxnSp>
        <p:nvCxnSpPr>
          <p:cNvPr id="260" name="cover-line"/>
          <p:cNvCxnSpPr/>
          <p:nvPr/>
        </p:nvCxnSpPr>
        <p:spPr>
          <a:xfrm xmlns:a="http://schemas.openxmlformats.org/drawingml/2006/main">
            <a:off x="590550" y="411480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42D7A0"/>
            </a:solidFill>
            <a:prstDash val="solid"/>
          </a:ln>
        </p:spPr>
      </p:cxnSp>
      <p:sp>
        <p:nvSpPr>
          <p:cNvPr id="8" name="cover-report">
            <a:extLst xmlns:a="http://schemas.openxmlformats.org/drawingml/2006/main">
              <a:ext uri="{FF2B5EF4-FFF2-40B4-BE49-F238E27FC236}">
                <a16:creationId xmlns:a16="http://schemas.microsoft.com/office/drawing/2014/main" id="{0F5C9040-DC80-4F1F-AC27-4388E44D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AFC0D9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AFC0D9"/>
                </a:solidFill>
                <a:latin typeface="Pretendard"/>
                <a:ea typeface="Pretendard"/>
                <a:cs typeface="Pretendard"/>
              </a:rPr>
              <a:t>최종 프로젝트 결과보고서</a:t>
            </a:r>
          </a:p>
        </p:txBody>
      </p:sp>
      <p:sp>
        <p:nvSpPr>
          <p:cNvPr id="9" name="cover-team">
            <a:extLst xmlns:a="http://schemas.openxmlformats.org/drawingml/2006/main">
              <a:ext uri="{FF2B5EF4-FFF2-40B4-BE49-F238E27FC236}">
                <a16:creationId xmlns:a16="http://schemas.microsoft.com/office/drawing/2014/main" id="{8E869135-45ED-4DB6-9209-DEDDDCF4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TEAM 2 · HALIL</a:t>
            </a:r>
          </a:p>
        </p:txBody>
      </p:sp>
      <p:sp>
        <p:nvSpPr>
          <p:cNvPr id="10" name="cover-members">
            <a:extLst xmlns:a="http://schemas.openxmlformats.org/drawingml/2006/main">
              <a:ext uri="{FF2B5EF4-FFF2-40B4-BE49-F238E27FC236}">
                <a16:creationId xmlns:a16="http://schemas.microsoft.com/office/drawing/2014/main" id="{66C97CD8-2D93-4C1A-8681-07C920F0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D6E0EE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D6E0EE"/>
                </a:solidFill>
                <a:latin typeface="Pretendard"/>
                <a:ea typeface="Pretendard"/>
                <a:cs typeface="Pretendard"/>
              </a:rPr>
              <a:t>김지훈 · 성주연 · 임준 · 임준억 · 최원빈  |  멘토 김유진</a:t>
            </a:r>
          </a:p>
        </p:txBody>
      </p:sp>
      <p:sp>
        <p:nvSpPr>
          <p:cNvPr id="11" name="institution-logo-plate">
            <a:extLst xmlns:a="http://schemas.openxmlformats.org/drawingml/2006/main">
              <a:ext uri="{FF2B5EF4-FFF2-40B4-BE49-F238E27FC236}">
                <a16:creationId xmlns:a16="http://schemas.microsoft.com/office/drawing/2014/main" id="{F1ABCD1C-12AE-490B-9C2B-46D1E821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096000"/>
            <a:ext cx="23050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65" name="그림 1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3976d547e411a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66" name="그림 1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f24f2a0fb4fef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87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2557EEFD-CE0E-4636-93F9-195AE3E9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10" name="top-rule-2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2">
            <a:extLst xmlns:a="http://schemas.openxmlformats.org/drawingml/2006/main">
              <a:ext uri="{FF2B5EF4-FFF2-40B4-BE49-F238E27FC236}">
                <a16:creationId xmlns:a16="http://schemas.microsoft.com/office/drawing/2014/main" id="{F71CF0E1-32D5-4A6E-B7A5-EA2F2216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01 프로젝트 개요</a:t>
            </a:r>
          </a:p>
        </p:txBody>
      </p:sp>
      <p:sp>
        <p:nvSpPr>
          <p:cNvPr id="4" name="section-2">
            <a:extLst xmlns:a="http://schemas.openxmlformats.org/drawingml/2006/main">
              <a:ext uri="{FF2B5EF4-FFF2-40B4-BE49-F238E27FC236}">
                <a16:creationId xmlns:a16="http://schemas.microsoft.com/office/drawing/2014/main" id="{BCA525B8-D8A1-445F-A238-E8A02410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OPENING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00D2C005-5377-4618-B181-57DAFB8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pic>
        <p:nvPicPr>
          <p:cNvPr id="114" name="그림 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8caa9531b49e7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115" name="그림 8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8873918444024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E6D02722-4698-4B25-BD18-89D4AAB6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프로젝트 핵심</a:t>
            </a:r>
          </a:p>
        </p:txBody>
      </p:sp>
      <p:sp>
        <p:nvSpPr>
          <p:cNvPr id="9" name="statement-2">
            <a:extLst xmlns:a="http://schemas.openxmlformats.org/drawingml/2006/main">
              <a:ext uri="{FF2B5EF4-FFF2-40B4-BE49-F238E27FC236}">
                <a16:creationId xmlns:a16="http://schemas.microsoft.com/office/drawing/2014/main" id="{96257AAE-B016-4967-8446-87191F5C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팀 단위 AI 에이전트의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구성·실행·승인·운영을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43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하나의 플랫폼으로 통합</a:t>
            </a:r>
          </a:p>
        </p:txBody>
      </p:sp>
      <p:sp>
        <p:nvSpPr>
          <p:cNvPr id="10" name="detail-2">
            <a:extLst xmlns:a="http://schemas.openxmlformats.org/drawingml/2006/main">
              <a:ext uri="{FF2B5EF4-FFF2-40B4-BE49-F238E27FC236}">
                <a16:creationId xmlns:a16="http://schemas.microsoft.com/office/drawing/2014/main" id="{C80CBFEB-8AC3-407B-BD2E-9B13546C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828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채팅 · 에이전트 버전 관리 · 내장 도구 32종 · 스킬 · 문서 · 프로젝트 · 운영 정책</a:t>
            </a:r>
          </a:p>
        </p:txBody>
      </p:sp>
      <p:sp>
        <p:nvSpPr>
          <p:cNvPr id="11" name="signal-2">
            <a:extLst xmlns:a="http://schemas.openxmlformats.org/drawingml/2006/main">
              <a:ext uri="{FF2B5EF4-FFF2-40B4-BE49-F238E27FC236}">
                <a16:creationId xmlns:a16="http://schemas.microsoft.com/office/drawing/2014/main" id="{ECD30C5F-3ADD-4275-A45B-52B1340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ignal-label-2">
            <a:extLst xmlns:a="http://schemas.openxmlformats.org/drawingml/2006/main">
              <a:ext uri="{FF2B5EF4-FFF2-40B4-BE49-F238E27FC236}">
                <a16:creationId xmlns:a16="http://schemas.microsoft.com/office/drawing/2014/main" id="{68D19589-D0F4-446C-8FBF-DEF84AFB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CODE-VERIFIED SUMMARY</a:t>
            </a:r>
          </a:p>
        </p:txBody>
      </p:sp>
    </p:spTree>
    <p:extLst>
      <p:ext uri="{BB962C8B-B14F-4D97-AF65-F5344CB8AC3E}">
        <p14:creationId xmlns:p14="http://schemas.microsoft.com/office/powerpoint/2010/main" val="2060492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accent-3">
            <a:extLst xmlns:a="http://schemas.openxmlformats.org/drawingml/2006/main">
              <a:ext uri="{FF2B5EF4-FFF2-40B4-BE49-F238E27FC236}">
                <a16:creationId xmlns:a16="http://schemas.microsoft.com/office/drawing/2014/main" id="{BAE7F888-3ECB-401F-9721-9C2E4723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604" name="top-rule-3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3">
            <a:extLst xmlns:a="http://schemas.openxmlformats.org/drawingml/2006/main">
              <a:ext uri="{FF2B5EF4-FFF2-40B4-BE49-F238E27FC236}">
                <a16:creationId xmlns:a16="http://schemas.microsoft.com/office/drawing/2014/main" id="{C27C5E12-EFCF-4AC9-A71B-3CC4DD09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 목차</a:t>
            </a:r>
          </a:p>
        </p:txBody>
      </p:sp>
      <p:sp>
        <p:nvSpPr>
          <p:cNvPr id="4" name="section-3">
            <a:extLst xmlns:a="http://schemas.openxmlformats.org/drawingml/2006/main">
              <a:ext uri="{FF2B5EF4-FFF2-40B4-BE49-F238E27FC236}">
                <a16:creationId xmlns:a16="http://schemas.microsoft.com/office/drawing/2014/main" id="{5D401668-49BC-400B-B695-D7267853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C02C0367-6113-446A-84D8-C8BD6721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pic>
        <p:nvPicPr>
          <p:cNvPr id="608" name="그림 4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111138e784354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609" name="그림 4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9631d898e4056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3">
            <a:extLst xmlns:a="http://schemas.openxmlformats.org/drawingml/2006/main">
              <a:ext uri="{FF2B5EF4-FFF2-40B4-BE49-F238E27FC236}">
                <a16:creationId xmlns:a16="http://schemas.microsoft.com/office/drawing/2014/main" id="{F4CBC974-0734-46D0-A06A-92693268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9" name="sub-3">
            <a:extLst xmlns:a="http://schemas.openxmlformats.org/drawingml/2006/main">
              <a:ext uri="{FF2B5EF4-FFF2-40B4-BE49-F238E27FC236}">
                <a16:creationId xmlns:a16="http://schemas.microsoft.com/office/drawing/2014/main" id="{9A6DF2B3-6BE7-44B2-9FA0-B3BCC883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최종 프로젝트 결과보고서 필수 구성</a:t>
            </a:r>
          </a:p>
        </p:txBody>
      </p:sp>
      <p:cxnSp>
        <p:nvCxnSpPr>
          <p:cNvPr id="612" name="row-rule-3-0"/>
          <p:cNvCxnSpPr/>
          <p:nvPr/>
        </p:nvCxnSpPr>
        <p:spPr>
          <a:xfrm xmlns:a="http://schemas.openxmlformats.org/drawingml/2006/main">
            <a:off x="571500" y="20383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1" name="row-no-3-0">
            <a:extLst xmlns:a="http://schemas.openxmlformats.org/drawingml/2006/main">
              <a:ext uri="{FF2B5EF4-FFF2-40B4-BE49-F238E27FC236}">
                <a16:creationId xmlns:a16="http://schemas.microsoft.com/office/drawing/2014/main" id="{CE673E98-C88C-4F39-B61B-3F7DF0B4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row-text-3-0">
            <a:extLst xmlns:a="http://schemas.openxmlformats.org/drawingml/2006/main">
              <a:ext uri="{FF2B5EF4-FFF2-40B4-BE49-F238E27FC236}">
                <a16:creationId xmlns:a16="http://schemas.microsoft.com/office/drawing/2014/main" id="{535590EE-A0F6-4933-AE01-0427E323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7170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01 · 프로젝트 개요</a:t>
            </a:r>
          </a:p>
        </p:txBody>
      </p:sp>
      <p:cxnSp>
        <p:nvCxnSpPr>
          <p:cNvPr id="615" name="row-rule-3-1"/>
          <p:cNvCxnSpPr/>
          <p:nvPr/>
        </p:nvCxnSpPr>
        <p:spPr>
          <a:xfrm xmlns:a="http://schemas.openxmlformats.org/drawingml/2006/main">
            <a:off x="571500" y="2724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4" name="row-no-3-1">
            <a:extLst xmlns:a="http://schemas.openxmlformats.org/drawingml/2006/main">
              <a:ext uri="{FF2B5EF4-FFF2-40B4-BE49-F238E27FC236}">
                <a16:creationId xmlns:a16="http://schemas.microsoft.com/office/drawing/2014/main" id="{471EA287-5F67-4C9A-9BB0-682CE685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row-text-3-1">
            <a:extLst xmlns:a="http://schemas.openxmlformats.org/drawingml/2006/main">
              <a:ext uri="{FF2B5EF4-FFF2-40B4-BE49-F238E27FC236}">
                <a16:creationId xmlns:a16="http://schemas.microsoft.com/office/drawing/2014/main" id="{D9580D0E-C08E-4F30-8D5C-2B50EC17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02 · 프로젝트 팀 구성 및 역할</a:t>
            </a:r>
          </a:p>
        </p:txBody>
      </p:sp>
      <p:cxnSp>
        <p:nvCxnSpPr>
          <p:cNvPr id="618" name="row-rule-3-2"/>
          <p:cNvCxnSpPr/>
          <p:nvPr/>
        </p:nvCxnSpPr>
        <p:spPr>
          <a:xfrm xmlns:a="http://schemas.openxmlformats.org/drawingml/2006/main">
            <a:off x="571500" y="34099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7" name="row-no-3-2">
            <a:extLst xmlns:a="http://schemas.openxmlformats.org/drawingml/2006/main">
              <a:ext uri="{FF2B5EF4-FFF2-40B4-BE49-F238E27FC236}">
                <a16:creationId xmlns:a16="http://schemas.microsoft.com/office/drawing/2014/main" id="{6660D852-AFA1-4F3B-A718-B631D05E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row-text-3-2">
            <a:extLst xmlns:a="http://schemas.openxmlformats.org/drawingml/2006/main">
              <a:ext uri="{FF2B5EF4-FFF2-40B4-BE49-F238E27FC236}">
                <a16:creationId xmlns:a16="http://schemas.microsoft.com/office/drawing/2014/main" id="{9B623137-69B2-481B-97D8-070C2617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4330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03 · 프로젝트 수행 절차 및 방법</a:t>
            </a:r>
          </a:p>
        </p:txBody>
      </p:sp>
      <p:cxnSp>
        <p:nvCxnSpPr>
          <p:cNvPr id="621" name="row-rule-3-3"/>
          <p:cNvCxnSpPr/>
          <p:nvPr/>
        </p:nvCxnSpPr>
        <p:spPr>
          <a:xfrm xmlns:a="http://schemas.openxmlformats.org/drawingml/2006/main">
            <a:off x="571500" y="40957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0" name="row-no-3-3">
            <a:extLst xmlns:a="http://schemas.openxmlformats.org/drawingml/2006/main">
              <a:ext uri="{FF2B5EF4-FFF2-40B4-BE49-F238E27FC236}">
                <a16:creationId xmlns:a16="http://schemas.microsoft.com/office/drawing/2014/main" id="{4441C7E0-AD7A-45CF-B0EA-4E6367E7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row-text-3-3">
            <a:extLst xmlns:a="http://schemas.openxmlformats.org/drawingml/2006/main">
              <a:ext uri="{FF2B5EF4-FFF2-40B4-BE49-F238E27FC236}">
                <a16:creationId xmlns:a16="http://schemas.microsoft.com/office/drawing/2014/main" id="{0605B792-039E-42CC-8927-A3A5D39B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04 · 프로젝트 수행 결과</a:t>
            </a:r>
          </a:p>
        </p:txBody>
      </p:sp>
      <p:cxnSp>
        <p:nvCxnSpPr>
          <p:cNvPr id="624" name="row-rule-3-4"/>
          <p:cNvCxnSpPr/>
          <p:nvPr/>
        </p:nvCxnSpPr>
        <p:spPr>
          <a:xfrm xmlns:a="http://schemas.openxmlformats.org/drawingml/2006/main">
            <a:off x="571500" y="47815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3" name="row-no-3-4">
            <a:extLst xmlns:a="http://schemas.openxmlformats.org/drawingml/2006/main">
              <a:ext uri="{FF2B5EF4-FFF2-40B4-BE49-F238E27FC236}">
                <a16:creationId xmlns:a16="http://schemas.microsoft.com/office/drawing/2014/main" id="{D68A530B-E7A7-4A80-AB00-1C36434A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4" name="row-text-3-4">
            <a:extLst xmlns:a="http://schemas.openxmlformats.org/drawingml/2006/main">
              <a:ext uri="{FF2B5EF4-FFF2-40B4-BE49-F238E27FC236}">
                <a16:creationId xmlns:a16="http://schemas.microsoft.com/office/drawing/2014/main" id="{BF552465-1F28-4442-AA6C-D84A6636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14900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05 · 자체 평가 의견</a:t>
            </a:r>
          </a:p>
        </p:txBody>
      </p:sp>
      <p:sp>
        <p:nvSpPr>
          <p:cNvPr id="25" name="signal-3">
            <a:extLst xmlns:a="http://schemas.openxmlformats.org/drawingml/2006/main">
              <a:ext uri="{FF2B5EF4-FFF2-40B4-BE49-F238E27FC236}">
                <a16:creationId xmlns:a16="http://schemas.microsoft.com/office/drawing/2014/main" id="{BAFFB235-404C-40CE-8DE6-6C37B44C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ignal-label-3">
            <a:extLst xmlns:a="http://schemas.openxmlformats.org/drawingml/2006/main">
              <a:ext uri="{FF2B5EF4-FFF2-40B4-BE49-F238E27FC236}">
                <a16:creationId xmlns:a16="http://schemas.microsoft.com/office/drawing/2014/main" id="{855D14F1-0615-4D3C-B442-557B7A55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6428884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EE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C02A2252-2FFF-4CAE-8336-2915DA9D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accent-4">
            <a:extLst xmlns:a="http://schemas.openxmlformats.org/drawingml/2006/main">
              <a:ext uri="{FF2B5EF4-FFF2-40B4-BE49-F238E27FC236}">
                <a16:creationId xmlns:a16="http://schemas.microsoft.com/office/drawing/2014/main" id="{C0488AB4-A087-4639-9467-02111287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div-no-4">
            <a:extLst xmlns:a="http://schemas.openxmlformats.org/drawingml/2006/main">
              <a:ext uri="{FF2B5EF4-FFF2-40B4-BE49-F238E27FC236}">
                <a16:creationId xmlns:a16="http://schemas.microsoft.com/office/drawing/2014/main" id="{EEEE1D0D-1603-4F3C-A816-6FBC33AC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" name="div-title-4">
            <a:extLst xmlns:a="http://schemas.openxmlformats.org/drawingml/2006/main">
              <a:ext uri="{FF2B5EF4-FFF2-40B4-BE49-F238E27FC236}">
                <a16:creationId xmlns:a16="http://schemas.microsoft.com/office/drawing/2014/main" id="{162360C5-49D7-46E1-A212-4F750CF8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개요</a:t>
            </a:r>
          </a:p>
        </p:txBody>
      </p:sp>
      <p:sp>
        <p:nvSpPr>
          <p:cNvPr id="5" name="div-sub-4">
            <a:extLst xmlns:a="http://schemas.openxmlformats.org/drawingml/2006/main">
              <a:ext uri="{FF2B5EF4-FFF2-40B4-BE49-F238E27FC236}">
                <a16:creationId xmlns:a16="http://schemas.microsoft.com/office/drawing/2014/main" id="{722C6F04-414D-438F-806D-51F94A26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문제 정의 · 프로젝트 목표 · 대표 사용자 흐름</a:t>
            </a:r>
          </a:p>
        </p:txBody>
      </p:sp>
      <p:cxnSp>
        <p:nvCxnSpPr>
          <p:cNvPr id="208" name="div-line-4"/>
          <p:cNvCxnSpPr/>
          <p:nvPr/>
        </p:nvCxnSpPr>
        <p:spPr>
          <a:xfrm xmlns:a="http://schemas.openxmlformats.org/drawingml/2006/main">
            <a:off x="628650" y="53911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C8DB"/>
            </a:solidFill>
            <a:prstDash val="solid"/>
          </a:ln>
        </p:spPr>
      </p:cxnSp>
      <p:sp>
        <p:nvSpPr>
          <p:cNvPr id="7" name="div-key-4">
            <a:extLst xmlns:a="http://schemas.openxmlformats.org/drawingml/2006/main">
              <a:ext uri="{FF2B5EF4-FFF2-40B4-BE49-F238E27FC236}">
                <a16:creationId xmlns:a16="http://schemas.microsoft.com/office/drawing/2014/main" id="{EC562CE4-A158-4FD4-A5AD-4FB9ECF1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BACKGROUND · OBJECTIVE · USER FLOW</a:t>
            </a:r>
          </a:p>
        </p:txBody>
      </p:sp>
      <p:sp>
        <p:nvSpPr>
          <p:cNvPr id="8" name="div-page-4">
            <a:extLst xmlns:a="http://schemas.openxmlformats.org/drawingml/2006/main">
              <a:ext uri="{FF2B5EF4-FFF2-40B4-BE49-F238E27FC236}">
                <a16:creationId xmlns:a16="http://schemas.microsoft.com/office/drawing/2014/main" id="{B3A55A01-28B3-403D-BB17-8D2E86C9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67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pic>
        <p:nvPicPr>
          <p:cNvPr id="211" name="그림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d489066ee4b64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12" name="그림 1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be107501041dd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819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9818F704-CA58-4B9B-8C1F-987691AD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610" name="top-rule-5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5">
            <a:extLst xmlns:a="http://schemas.openxmlformats.org/drawingml/2006/main">
              <a:ext uri="{FF2B5EF4-FFF2-40B4-BE49-F238E27FC236}">
                <a16:creationId xmlns:a16="http://schemas.microsoft.com/office/drawing/2014/main" id="{52C3A087-7246-4939-84B2-BAEB67F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01 프로젝트 개요</a:t>
            </a:r>
          </a:p>
        </p:txBody>
      </p:sp>
      <p:sp>
        <p:nvSpPr>
          <p:cNvPr id="4" name="section-5">
            <a:extLst xmlns:a="http://schemas.openxmlformats.org/drawingml/2006/main">
              <a:ext uri="{FF2B5EF4-FFF2-40B4-BE49-F238E27FC236}">
                <a16:creationId xmlns:a16="http://schemas.microsoft.com/office/drawing/2014/main" id="{42E6DE2C-2579-49B1-81E0-999E0BE1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PROJECT OVERVIEW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66C3D474-0712-44E9-B241-C1C27848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pic>
        <p:nvPicPr>
          <p:cNvPr id="614" name="그림 5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9163bcc504f09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615" name="그림 58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22d935c0e431d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5">
            <a:extLst xmlns:a="http://schemas.openxmlformats.org/drawingml/2006/main">
              <a:ext uri="{FF2B5EF4-FFF2-40B4-BE49-F238E27FC236}">
                <a16:creationId xmlns:a16="http://schemas.microsoft.com/office/drawing/2014/main" id="{73764D6A-D381-494C-9DCD-62577731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AI Agent 도입은 늘지만, 업무 적용은 초기 단계</a:t>
            </a:r>
          </a:p>
        </p:txBody>
      </p:sp>
      <p:sp>
        <p:nvSpPr>
          <p:cNvPr id="9" name="sub-5">
            <a:extLst xmlns:a="http://schemas.openxmlformats.org/drawingml/2006/main">
              <a:ext uri="{FF2B5EF4-FFF2-40B4-BE49-F238E27FC236}">
                <a16:creationId xmlns:a16="http://schemas.microsoft.com/office/drawing/2014/main" id="{46F45EB2-89FD-42BA-BBF7-20FE5F88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도입 수요는 확인됐지만, 지식·권한·업무 흐름을 연결하는 설계가 필요합니다.</a:t>
            </a:r>
          </a:p>
        </p:txBody>
      </p:sp>
      <p:sp>
        <p:nvSpPr>
          <p:cNvPr id="33" name="signal-5">
            <a:extLst xmlns:a="http://schemas.openxmlformats.org/drawingml/2006/main">
              <a:ext uri="{FF2B5EF4-FFF2-40B4-BE49-F238E27FC236}">
                <a16:creationId xmlns:a16="http://schemas.microsoft.com/office/drawing/2014/main" id="{069A7161-86F1-47BB-9FEC-9D6EEB0E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signal-label-5">
            <a:extLst xmlns:a="http://schemas.openxmlformats.org/drawingml/2006/main">
              <a:ext uri="{FF2B5EF4-FFF2-40B4-BE49-F238E27FC236}">
                <a16:creationId xmlns:a16="http://schemas.microsoft.com/office/drawing/2014/main" id="{FEF1D7A8-EA05-46BD-9341-CF903EE1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PROJECT OVERVIEW</a:t>
            </a:r>
          </a:p>
        </p:txBody>
      </p:sp>
      <p:sp>
        <p:nvSpPr>
          <p:cNvPr id="561" name="s05-link-context">
            <a:extLst xmlns:a="http://schemas.openxmlformats.org/drawingml/2006/main">
              <a:ext uri="{FF2B5EF4-FFF2-40B4-BE49-F238E27FC236}">
                <a16:creationId xmlns:a16="http://schemas.microsoft.com/office/drawing/2014/main" id="{36260A41-5BED-4FB0-8D35-0AA08796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8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2" name="s05-link-outcome">
            <a:extLst xmlns:a="http://schemas.openxmlformats.org/drawingml/2006/main">
              <a:ext uri="{FF2B5EF4-FFF2-40B4-BE49-F238E27FC236}">
                <a16:creationId xmlns:a16="http://schemas.microsoft.com/office/drawing/2014/main" id="{9327BCD0-6CBA-4E91-800F-B4B2424A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3375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8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3" name="s05-context-top">
            <a:extLst xmlns:a="http://schemas.openxmlformats.org/drawingml/2006/main">
              <a:ext uri="{FF2B5EF4-FFF2-40B4-BE49-F238E27FC236}">
                <a16:creationId xmlns:a16="http://schemas.microsoft.com/office/drawing/2014/main" id="{53E4CE72-611F-4027-A264-7E51CAF9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4" name="s05-context-label-text">
            <a:extLst xmlns:a="http://schemas.openxmlformats.org/drawingml/2006/main">
              <a:ext uri="{FF2B5EF4-FFF2-40B4-BE49-F238E27FC236}">
                <a16:creationId xmlns:a16="http://schemas.microsoft.com/office/drawing/2014/main" id="{254FEBBD-F3EE-4407-89E4-684EA68B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AI AGENT ADOPTION</a:t>
            </a:r>
          </a:p>
        </p:txBody>
      </p:sp>
      <p:sp>
        <p:nvSpPr>
          <p:cNvPr id="565" name="s05-context-title">
            <a:extLst xmlns:a="http://schemas.openxmlformats.org/drawingml/2006/main">
              <a:ext uri="{FF2B5EF4-FFF2-40B4-BE49-F238E27FC236}">
                <a16:creationId xmlns:a16="http://schemas.microsoft.com/office/drawing/2014/main" id="{D4C62487-1079-4108-BBCA-80515276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62%</a:t>
            </a:r>
          </a:p>
        </p:txBody>
      </p:sp>
      <p:sp>
        <p:nvSpPr>
          <p:cNvPr id="566" name="s05-context-body">
            <a:extLst xmlns:a="http://schemas.openxmlformats.org/drawingml/2006/main">
              <a:ext uri="{FF2B5EF4-FFF2-40B4-BE49-F238E27FC236}">
                <a16:creationId xmlns:a16="http://schemas.microsoft.com/office/drawing/2014/main" id="{BD541167-815A-4CDC-B2B9-A5486EB5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2781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조직에서 AI Agent를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최소 실험 중</a:t>
            </a:r>
          </a:p>
        </p:txBody>
      </p:sp>
      <p:sp>
        <p:nvSpPr>
          <p:cNvPr id="567" name="s05-core">
            <a:extLst xmlns:a="http://schemas.openxmlformats.org/drawingml/2006/main">
              <a:ext uri="{FF2B5EF4-FFF2-40B4-BE49-F238E27FC236}">
                <a16:creationId xmlns:a16="http://schemas.microsoft.com/office/drawing/2014/main" id="{18A9D5CA-090F-4DC0-A6CB-5E2DE1D7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340995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A1020"/>
          </a:solidFill>
          <a:ln xmlns:a="http://schemas.openxmlformats.org/drawingml/2006/main" w="9525">
            <a:solidFill>
              <a:srgbClr val="0A1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568" name="s05-core-label-text">
            <a:extLst xmlns:a="http://schemas.openxmlformats.org/drawingml/2006/main">
              <a:ext uri="{FF2B5EF4-FFF2-40B4-BE49-F238E27FC236}">
                <a16:creationId xmlns:a16="http://schemas.microsoft.com/office/drawing/2014/main" id="{3D96D7FA-21F9-46EE-BCF0-9D412C5A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rPr>
              <a:t>GLOBAL SURVEY 2025</a:t>
            </a:r>
          </a:p>
        </p:txBody>
      </p:sp>
      <p:sp>
        <p:nvSpPr>
          <p:cNvPr id="569" name="s05-core-title">
            <a:extLst xmlns:a="http://schemas.openxmlformats.org/drawingml/2006/main">
              <a:ext uri="{FF2B5EF4-FFF2-40B4-BE49-F238E27FC236}">
                <a16:creationId xmlns:a16="http://schemas.microsoft.com/office/drawing/2014/main" id="{165E40D6-F3ED-4224-A21F-CF3067ED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23%</a:t>
            </a:r>
          </a:p>
        </p:txBody>
      </p:sp>
      <p:sp>
        <p:nvSpPr>
          <p:cNvPr id="570" name="s05-core-k-0">
            <a:extLst xmlns:a="http://schemas.openxmlformats.org/drawingml/2006/main">
              <a:ext uri="{FF2B5EF4-FFF2-40B4-BE49-F238E27FC236}">
                <a16:creationId xmlns:a16="http://schemas.microsoft.com/office/drawing/2014/main" id="{D1031831-907F-4480-B646-C2939D51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290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rPr>
              <a:t>확산</a:t>
            </a:r>
          </a:p>
        </p:txBody>
      </p:sp>
      <p:sp>
        <p:nvSpPr>
          <p:cNvPr id="571" name="s05-core-v-0">
            <a:extLst xmlns:a="http://schemas.openxmlformats.org/drawingml/2006/main">
              <a:ext uri="{FF2B5EF4-FFF2-40B4-BE49-F238E27FC236}">
                <a16:creationId xmlns:a16="http://schemas.microsoft.com/office/drawing/2014/main" id="{477384BC-29DF-4806-90B8-C330FB1F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최소 한 기능에서
agentic system 확산</a:t>
            </a:r>
          </a:p>
        </p:txBody>
      </p:sp>
      <p:sp>
        <p:nvSpPr>
          <p:cNvPr id="572" name="s05-core-k-1">
            <a:extLst xmlns:a="http://schemas.openxmlformats.org/drawingml/2006/main">
              <a:ext uri="{FF2B5EF4-FFF2-40B4-BE49-F238E27FC236}">
                <a16:creationId xmlns:a16="http://schemas.microsoft.com/office/drawing/2014/main" id="{16E90B06-7A06-4805-AD5E-51B570E9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433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rPr>
              <a:t>응답자</a:t>
            </a:r>
          </a:p>
        </p:txBody>
      </p:sp>
      <p:sp>
        <p:nvSpPr>
          <p:cNvPr id="573" name="s05-core-v-1">
            <a:extLst xmlns:a="http://schemas.openxmlformats.org/drawingml/2006/main">
              <a:ext uri="{FF2B5EF4-FFF2-40B4-BE49-F238E27FC236}">
                <a16:creationId xmlns:a16="http://schemas.microsoft.com/office/drawing/2014/main" id="{5C13F733-AF34-4A6C-A497-A20C54A6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433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1,993명 · 105개국</a:t>
            </a:r>
          </a:p>
        </p:txBody>
      </p:sp>
      <p:sp>
        <p:nvSpPr>
          <p:cNvPr id="574" name="s05-core-k-2">
            <a:extLst xmlns:a="http://schemas.openxmlformats.org/drawingml/2006/main">
              <a:ext uri="{FF2B5EF4-FFF2-40B4-BE49-F238E27FC236}">
                <a16:creationId xmlns:a16="http://schemas.microsoft.com/office/drawing/2014/main" id="{A51A6B7C-B9B6-4DBE-A915-474D1F0E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577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  <p:sp>
        <p:nvSpPr>
          <p:cNvPr id="575" name="s05-core-v-2">
            <a:extLst xmlns:a="http://schemas.openxmlformats.org/drawingml/2006/main">
              <a:ext uri="{FF2B5EF4-FFF2-40B4-BE49-F238E27FC236}">
                <a16:creationId xmlns:a16="http://schemas.microsoft.com/office/drawing/2014/main" id="{AB90AD42-27C3-4DEB-9AA7-675C3F8C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대부분은 전사 확산
이전 단계</a:t>
            </a:r>
          </a:p>
        </p:txBody>
      </p:sp>
      <p:sp>
        <p:nvSpPr>
          <p:cNvPr id="576" name="s05-outcome-top">
            <a:extLst xmlns:a="http://schemas.openxmlformats.org/drawingml/2006/main">
              <a:ext uri="{FF2B5EF4-FFF2-40B4-BE49-F238E27FC236}">
                <a16:creationId xmlns:a16="http://schemas.microsoft.com/office/drawing/2014/main" id="{5D353525-E61D-4911-8182-0242D852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7" name="s05-outcome-label-text">
            <a:extLst xmlns:a="http://schemas.openxmlformats.org/drawingml/2006/main">
              <a:ext uri="{FF2B5EF4-FFF2-40B4-BE49-F238E27FC236}">
                <a16:creationId xmlns:a16="http://schemas.microsoft.com/office/drawing/2014/main" id="{065D46D4-71EF-44F0-AB5C-4F5E3CB9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DESIGN NEED</a:t>
            </a:r>
          </a:p>
        </p:txBody>
      </p:sp>
      <p:sp>
        <p:nvSpPr>
          <p:cNvPr id="578" name="s05-outcome-title">
            <a:extLst xmlns:a="http://schemas.openxmlformats.org/drawingml/2006/main">
              <a:ext uri="{FF2B5EF4-FFF2-40B4-BE49-F238E27FC236}">
                <a16:creationId xmlns:a16="http://schemas.microsoft.com/office/drawing/2014/main" id="{DBFAEAF3-0A1A-4F33-8C2F-594281A4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설계 과제</a:t>
            </a:r>
          </a:p>
        </p:txBody>
      </p:sp>
      <p:sp>
        <p:nvSpPr>
          <p:cNvPr id="579" name="s05-outcome-body">
            <a:extLst xmlns:a="http://schemas.openxmlformats.org/drawingml/2006/main">
              <a:ext uri="{FF2B5EF4-FFF2-40B4-BE49-F238E27FC236}">
                <a16:creationId xmlns:a16="http://schemas.microsoft.com/office/drawing/2014/main" id="{9952147A-F26E-44CB-9DD9-4E41B3C4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2762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지식 · 권한 ·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업무 흐름 연결</a:t>
            </a:r>
          </a:p>
        </p:txBody>
      </p:sp>
      <p:sp>
        <p:nvSpPr>
          <p:cNvPr id="580" name="s05-bottom">
            <a:extLst xmlns:a="http://schemas.openxmlformats.org/drawingml/2006/main">
              <a:ext uri="{FF2B5EF4-FFF2-40B4-BE49-F238E27FC236}">
                <a16:creationId xmlns:a16="http://schemas.microsoft.com/office/drawing/2014/main" id="{3AEDED28-9D8A-4239-89F8-7FBBAB1C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출처: McKinsey Global Survey on the state of AI, 2025</a:t>
            </a:r>
          </a:p>
        </p:txBody>
      </p:sp>
    </p:spTree>
    <p:extLst>
      <p:ext uri="{BB962C8B-B14F-4D97-AF65-F5344CB8AC3E}">
        <p14:creationId xmlns:p14="http://schemas.microsoft.com/office/powerpoint/2010/main" val="741996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3363D6FA-2B0C-47DD-AA82-46E08E46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77" name="top-rule-6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6">
            <a:extLst xmlns:a="http://schemas.openxmlformats.org/drawingml/2006/main">
              <a:ext uri="{FF2B5EF4-FFF2-40B4-BE49-F238E27FC236}">
                <a16:creationId xmlns:a16="http://schemas.microsoft.com/office/drawing/2014/main" id="{7D0AACAB-3FFF-4355-AF12-B39CD3D8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01 프로젝트 개요</a:t>
            </a:r>
          </a:p>
        </p:txBody>
      </p:sp>
      <p:sp>
        <p:nvSpPr>
          <p:cNvPr id="4" name="section-6">
            <a:extLst xmlns:a="http://schemas.openxmlformats.org/drawingml/2006/main">
              <a:ext uri="{FF2B5EF4-FFF2-40B4-BE49-F238E27FC236}">
                <a16:creationId xmlns:a16="http://schemas.microsoft.com/office/drawing/2014/main" id="{A8B4274E-36FA-4EF3-A0A3-E3B93278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BACKGROUND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9895264D-6D03-4796-99C6-987E442A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pic>
        <p:nvPicPr>
          <p:cNvPr id="481" name="그림 4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b06444f544f77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82" name="그림 4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a830caaf1482c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6">
            <a:extLst xmlns:a="http://schemas.openxmlformats.org/drawingml/2006/main">
              <a:ext uri="{FF2B5EF4-FFF2-40B4-BE49-F238E27FC236}">
                <a16:creationId xmlns:a16="http://schemas.microsoft.com/office/drawing/2014/main" id="{CE1A5BC0-AEFC-4936-A673-2E2A4532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시장 플랫폼이 보여 주는 세 가지 공통 수요</a:t>
            </a:r>
          </a:p>
        </p:txBody>
      </p:sp>
      <p:sp>
        <p:nvSpPr>
          <p:cNvPr id="9" name="sub-6">
            <a:extLst xmlns:a="http://schemas.openxmlformats.org/drawingml/2006/main">
              <a:ext uri="{FF2B5EF4-FFF2-40B4-BE49-F238E27FC236}">
                <a16:creationId xmlns:a16="http://schemas.microsoft.com/office/drawing/2014/main" id="{3F719D1C-452C-4D47-8F41-E72DD790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HALIL은 제품을 재현하는 대신, 신뢰 가능한 업무 Agent의 핵심을 프로젝트 운영에 적용했습니다.</a:t>
            </a:r>
          </a:p>
        </p:txBody>
      </p:sp>
      <p:sp>
        <p:nvSpPr>
          <p:cNvPr id="24" name="signal-6">
            <a:extLst xmlns:a="http://schemas.openxmlformats.org/drawingml/2006/main">
              <a:ext uri="{FF2B5EF4-FFF2-40B4-BE49-F238E27FC236}">
                <a16:creationId xmlns:a16="http://schemas.microsoft.com/office/drawing/2014/main" id="{DD6F6008-F492-463B-99EF-0E566BAB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ignal-label-6">
            <a:extLst xmlns:a="http://schemas.openxmlformats.org/drawingml/2006/main">
              <a:ext uri="{FF2B5EF4-FFF2-40B4-BE49-F238E27FC236}">
                <a16:creationId xmlns:a16="http://schemas.microsoft.com/office/drawing/2014/main" id="{A0F297DA-CCCC-4782-948B-02D8B4FB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BACKGROUND</a:t>
            </a:r>
          </a:p>
        </p:txBody>
      </p:sp>
      <p:sp>
        <p:nvSpPr>
          <p:cNvPr id="434" name="s06-0-top">
            <a:extLst xmlns:a="http://schemas.openxmlformats.org/drawingml/2006/main">
              <a:ext uri="{FF2B5EF4-FFF2-40B4-BE49-F238E27FC236}">
                <a16:creationId xmlns:a16="http://schemas.microsoft.com/office/drawing/2014/main" id="{79300F6B-C149-4674-B3F9-0A47E350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5" name="s06-0-label-text">
            <a:extLst xmlns:a="http://schemas.openxmlformats.org/drawingml/2006/main">
              <a:ext uri="{FF2B5EF4-FFF2-40B4-BE49-F238E27FC236}">
                <a16:creationId xmlns:a16="http://schemas.microsoft.com/office/drawing/2014/main" id="{E4AB420F-3F8E-41F2-81E9-0F348EBC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GLEAN</a:t>
            </a:r>
          </a:p>
        </p:txBody>
      </p:sp>
      <p:sp>
        <p:nvSpPr>
          <p:cNvPr id="436" name="s06-0-title">
            <a:extLst xmlns:a="http://schemas.openxmlformats.org/drawingml/2006/main">
              <a:ext uri="{FF2B5EF4-FFF2-40B4-BE49-F238E27FC236}">
                <a16:creationId xmlns:a16="http://schemas.microsoft.com/office/drawing/2014/main" id="{ACAD42E7-25F5-4CCB-B7C0-B7B62E1D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권한 기반 지식</a:t>
            </a:r>
          </a:p>
        </p:txBody>
      </p:sp>
      <p:sp>
        <p:nvSpPr>
          <p:cNvPr id="437" name="s06-0-body">
            <a:extLst xmlns:a="http://schemas.openxmlformats.org/drawingml/2006/main">
              <a:ext uri="{FF2B5EF4-FFF2-40B4-BE49-F238E27FC236}">
                <a16:creationId xmlns:a16="http://schemas.microsoft.com/office/drawing/2014/main" id="{A8DDD51F-FCAB-49E4-B993-05FE6B47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314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여러 업무 앱의 문서를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권한에 맞춰 검색·답변</a:t>
            </a:r>
          </a:p>
        </p:txBody>
      </p:sp>
      <p:sp>
        <p:nvSpPr>
          <p:cNvPr id="438" name="s06-1-top">
            <a:extLst xmlns:a="http://schemas.openxmlformats.org/drawingml/2006/main">
              <a:ext uri="{FF2B5EF4-FFF2-40B4-BE49-F238E27FC236}">
                <a16:creationId xmlns:a16="http://schemas.microsoft.com/office/drawing/2014/main" id="{89A9D3EE-E09A-4EC8-97AC-4A437A81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A1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9" name="s06-1-label-text">
            <a:extLst xmlns:a="http://schemas.openxmlformats.org/drawingml/2006/main">
              <a:ext uri="{FF2B5EF4-FFF2-40B4-BE49-F238E27FC236}">
                <a16:creationId xmlns:a16="http://schemas.microsoft.com/office/drawing/2014/main" id="{604F6EA7-D8D8-46BB-97D7-D8896D1E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ATLASSIAN ROVO</a:t>
            </a:r>
          </a:p>
        </p:txBody>
      </p:sp>
      <p:sp>
        <p:nvSpPr>
          <p:cNvPr id="440" name="s06-1-title">
            <a:extLst xmlns:a="http://schemas.openxmlformats.org/drawingml/2006/main">
              <a:ext uri="{FF2B5EF4-FFF2-40B4-BE49-F238E27FC236}">
                <a16:creationId xmlns:a16="http://schemas.microsoft.com/office/drawing/2014/main" id="{97EC61BC-7734-4F6C-8751-34E08498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도구를 쓰는 Agent</a:t>
            </a:r>
          </a:p>
        </p:txBody>
      </p:sp>
      <p:sp>
        <p:nvSpPr>
          <p:cNvPr id="441" name="s06-1-body">
            <a:extLst xmlns:a="http://schemas.openxmlformats.org/drawingml/2006/main">
              <a:ext uri="{FF2B5EF4-FFF2-40B4-BE49-F238E27FC236}">
                <a16:creationId xmlns:a16="http://schemas.microsoft.com/office/drawing/2014/main" id="{18755056-7BB7-40BE-9619-DAD5FB96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314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Jira·문서 도구와 연결된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역할별 업무 흐름</a:t>
            </a:r>
          </a:p>
        </p:txBody>
      </p:sp>
      <p:sp>
        <p:nvSpPr>
          <p:cNvPr id="442" name="s06-2-top">
            <a:extLst xmlns:a="http://schemas.openxmlformats.org/drawingml/2006/main">
              <a:ext uri="{FF2B5EF4-FFF2-40B4-BE49-F238E27FC236}">
                <a16:creationId xmlns:a16="http://schemas.microsoft.com/office/drawing/2014/main" id="{1EE69572-C5DE-4E04-A8F8-56598D8D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717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3" name="s06-2-label-text">
            <a:extLst xmlns:a="http://schemas.openxmlformats.org/drawingml/2006/main">
              <a:ext uri="{FF2B5EF4-FFF2-40B4-BE49-F238E27FC236}">
                <a16:creationId xmlns:a16="http://schemas.microsoft.com/office/drawing/2014/main" id="{82A903A5-5AE7-4555-9088-F7DEE888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COPILOT STUDIO</a:t>
            </a:r>
          </a:p>
        </p:txBody>
      </p:sp>
      <p:sp>
        <p:nvSpPr>
          <p:cNvPr id="444" name="s06-2-title">
            <a:extLst xmlns:a="http://schemas.openxmlformats.org/drawingml/2006/main">
              <a:ext uri="{FF2B5EF4-FFF2-40B4-BE49-F238E27FC236}">
                <a16:creationId xmlns:a16="http://schemas.microsoft.com/office/drawing/2014/main" id="{FD0AF94B-6751-484B-9F6C-76A99C96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사람 승인과 통제</a:t>
            </a:r>
          </a:p>
        </p:txBody>
      </p:sp>
      <p:sp>
        <p:nvSpPr>
          <p:cNvPr id="445" name="s06-2-body">
            <a:extLst xmlns:a="http://schemas.openxmlformats.org/drawingml/2006/main">
              <a:ext uri="{FF2B5EF4-FFF2-40B4-BE49-F238E27FC236}">
                <a16:creationId xmlns:a16="http://schemas.microsoft.com/office/drawing/2014/main" id="{EB0059A1-5261-4125-8390-9B832AC7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3143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민감 작업은 승인·최소 권한·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감사 경계로 관리</a:t>
            </a:r>
          </a:p>
        </p:txBody>
      </p:sp>
      <p:sp>
        <p:nvSpPr>
          <p:cNvPr id="446" name="s06-conclusion-bg">
            <a:extLst xmlns:a="http://schemas.openxmlformats.org/drawingml/2006/main">
              <a:ext uri="{FF2B5EF4-FFF2-40B4-BE49-F238E27FC236}">
                <a16:creationId xmlns:a16="http://schemas.microsoft.com/office/drawing/2014/main" id="{509A846D-CD5D-4537-8594-7FED945F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EAF2FB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EAF2FB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447" name="s06-conclusion">
            <a:extLst xmlns:a="http://schemas.openxmlformats.org/drawingml/2006/main">
              <a:ext uri="{FF2B5EF4-FFF2-40B4-BE49-F238E27FC236}">
                <a16:creationId xmlns:a16="http://schemas.microsoft.com/office/drawing/2014/main" id="{67D4AC90-06BD-4958-95F9-F9E6E1D3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988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공통 수요: 지식 연결 · 업무 도구 · 사람 통제</a:t>
            </a:r>
          </a:p>
        </p:txBody>
      </p:sp>
    </p:spTree>
    <p:extLst>
      <p:ext uri="{BB962C8B-B14F-4D97-AF65-F5344CB8AC3E}">
        <p14:creationId xmlns:p14="http://schemas.microsoft.com/office/powerpoint/2010/main" val="1775289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0243E6E3-C4F0-4951-9C2F-FAD3FC96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36" name="top-rule-7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7">
            <a:extLst xmlns:a="http://schemas.openxmlformats.org/drawingml/2006/main">
              <a:ext uri="{FF2B5EF4-FFF2-40B4-BE49-F238E27FC236}">
                <a16:creationId xmlns:a16="http://schemas.microsoft.com/office/drawing/2014/main" id="{457E99F1-F4AC-4126-A2B0-ECB61C63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01 프로젝트 개요</a:t>
            </a:r>
          </a:p>
        </p:txBody>
      </p:sp>
      <p:sp>
        <p:nvSpPr>
          <p:cNvPr id="4" name="section-7">
            <a:extLst xmlns:a="http://schemas.openxmlformats.org/drawingml/2006/main">
              <a:ext uri="{FF2B5EF4-FFF2-40B4-BE49-F238E27FC236}">
                <a16:creationId xmlns:a16="http://schemas.microsoft.com/office/drawing/2014/main" id="{F6B1CA32-2275-434C-9943-AD12861E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OBJECTIVES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77813083-291C-43BF-B6FC-CB114E84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pic>
        <p:nvPicPr>
          <p:cNvPr id="240" name="그림 2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d865590a44e20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41" name="그림 2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9aa76ca214481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7">
            <a:extLst xmlns:a="http://schemas.openxmlformats.org/drawingml/2006/main">
              <a:ext uri="{FF2B5EF4-FFF2-40B4-BE49-F238E27FC236}">
                <a16:creationId xmlns:a16="http://schemas.microsoft.com/office/drawing/2014/main" id="{CD666EAF-5079-457B-90D6-C49C9357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HALIL은 프로젝트 운영의 단절을 하나로 묶습니다</a:t>
            </a:r>
          </a:p>
        </p:txBody>
      </p:sp>
      <p:sp>
        <p:nvSpPr>
          <p:cNvPr id="9" name="sub-7">
            <a:extLst xmlns:a="http://schemas.openxmlformats.org/drawingml/2006/main">
              <a:ext uri="{FF2B5EF4-FFF2-40B4-BE49-F238E27FC236}">
                <a16:creationId xmlns:a16="http://schemas.microsoft.com/office/drawing/2014/main" id="{4F3A550E-A062-4A02-A416-52904546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문서·업무·조직 정보가 분산된 환경에서 PM·팀장의 다음 판단을 지원합니다.</a:t>
            </a:r>
          </a:p>
        </p:txBody>
      </p:sp>
      <p:sp>
        <p:nvSpPr>
          <p:cNvPr id="13" name="objective-no-0">
            <a:extLst xmlns:a="http://schemas.openxmlformats.org/drawingml/2006/main">
              <a:ext uri="{FF2B5EF4-FFF2-40B4-BE49-F238E27FC236}">
                <a16:creationId xmlns:a16="http://schemas.microsoft.com/office/drawing/2014/main" id="{7807F594-AF7C-43D3-B456-97A2320A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5" name="objective-title-0">
            <a:extLst xmlns:a="http://schemas.openxmlformats.org/drawingml/2006/main">
              <a:ext uri="{FF2B5EF4-FFF2-40B4-BE49-F238E27FC236}">
                <a16:creationId xmlns:a16="http://schemas.microsoft.com/office/drawing/2014/main" id="{61305E54-DBE7-457B-B5AA-18CD9BC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기준 문서</a:t>
            </a:r>
          </a:p>
        </p:txBody>
      </p:sp>
      <p:sp>
        <p:nvSpPr>
          <p:cNvPr id="16" name="objective-body-0">
            <a:extLst xmlns:a="http://schemas.openxmlformats.org/drawingml/2006/main">
              <a:ext uri="{FF2B5EF4-FFF2-40B4-BE49-F238E27FC236}">
                <a16:creationId xmlns:a16="http://schemas.microsoft.com/office/drawing/2014/main" id="{362F6712-478F-4C4D-BC36-DC191B07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요구사항과 근거를
같은 맥락에서 확인</a:t>
            </a:r>
          </a:p>
        </p:txBody>
      </p:sp>
      <p:sp>
        <p:nvSpPr>
          <p:cNvPr id="17" name="objective-no-1">
            <a:extLst xmlns:a="http://schemas.openxmlformats.org/drawingml/2006/main">
              <a:ext uri="{FF2B5EF4-FFF2-40B4-BE49-F238E27FC236}">
                <a16:creationId xmlns:a16="http://schemas.microsoft.com/office/drawing/2014/main" id="{8D767A84-DF51-4145-A67C-F6EF47C7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9" name="objective-title-1">
            <a:extLst xmlns:a="http://schemas.openxmlformats.org/drawingml/2006/main">
              <a:ext uri="{FF2B5EF4-FFF2-40B4-BE49-F238E27FC236}">
                <a16:creationId xmlns:a16="http://schemas.microsoft.com/office/drawing/2014/main" id="{8A9AE1A8-25C4-4AC8-8CD1-CAF43EF3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역할별 Agent</a:t>
            </a:r>
          </a:p>
        </p:txBody>
      </p:sp>
      <p:sp>
        <p:nvSpPr>
          <p:cNvPr id="20" name="objective-body-1">
            <a:extLst xmlns:a="http://schemas.openxmlformats.org/drawingml/2006/main">
              <a:ext uri="{FF2B5EF4-FFF2-40B4-BE49-F238E27FC236}">
                <a16:creationId xmlns:a16="http://schemas.microsoft.com/office/drawing/2014/main" id="{5C1B046F-B8E5-4723-B57C-199A4E78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조사·정리·도구 호출을
목적에 맞게 선택</a:t>
            </a:r>
          </a:p>
        </p:txBody>
      </p:sp>
      <p:sp>
        <p:nvSpPr>
          <p:cNvPr id="21" name="objective-no-2">
            <a:extLst xmlns:a="http://schemas.openxmlformats.org/drawingml/2006/main">
              <a:ext uri="{FF2B5EF4-FFF2-40B4-BE49-F238E27FC236}">
                <a16:creationId xmlns:a16="http://schemas.microsoft.com/office/drawing/2014/main" id="{47A114B1-02D8-4197-8D84-CE5B3188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3" name="objective-title-2">
            <a:extLst xmlns:a="http://schemas.openxmlformats.org/drawingml/2006/main">
              <a:ext uri="{FF2B5EF4-FFF2-40B4-BE49-F238E27FC236}">
                <a16:creationId xmlns:a16="http://schemas.microsoft.com/office/drawing/2014/main" id="{81ACB887-8F9A-44E3-9B5F-CEDB2A25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사람 승인</a:t>
            </a:r>
          </a:p>
        </p:txBody>
      </p:sp>
      <p:sp>
        <p:nvSpPr>
          <p:cNvPr id="24" name="objective-body-2">
            <a:extLst xmlns:a="http://schemas.openxmlformats.org/drawingml/2006/main">
              <a:ext uri="{FF2B5EF4-FFF2-40B4-BE49-F238E27FC236}">
                <a16:creationId xmlns:a16="http://schemas.microsoft.com/office/drawing/2014/main" id="{8B1B57FF-52D0-4F87-9759-89FC1588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변경 전 내용을 확인하고
승인·거절을 결정</a:t>
            </a:r>
          </a:p>
        </p:txBody>
      </p:sp>
      <p:sp>
        <p:nvSpPr>
          <p:cNvPr id="25" name="objective-no-3">
            <a:extLst xmlns:a="http://schemas.openxmlformats.org/drawingml/2006/main">
              <a:ext uri="{FF2B5EF4-FFF2-40B4-BE49-F238E27FC236}">
                <a16:creationId xmlns:a16="http://schemas.microsoft.com/office/drawing/2014/main" id="{2ED278EC-28E6-420A-A77C-79DDF4D8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7" name="objective-title-3">
            <a:extLst xmlns:a="http://schemas.openxmlformats.org/drawingml/2006/main">
              <a:ext uri="{FF2B5EF4-FFF2-40B4-BE49-F238E27FC236}">
                <a16:creationId xmlns:a16="http://schemas.microsoft.com/office/drawing/2014/main" id="{E967E3DB-C73B-4125-BF7C-7AD31A52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실행 이력</a:t>
            </a:r>
          </a:p>
        </p:txBody>
      </p:sp>
      <p:sp>
        <p:nvSpPr>
          <p:cNvPr id="28" name="objective-body-3">
            <a:extLst xmlns:a="http://schemas.openxmlformats.org/drawingml/2006/main">
              <a:ext uri="{FF2B5EF4-FFF2-40B4-BE49-F238E27FC236}">
                <a16:creationId xmlns:a16="http://schemas.microsoft.com/office/drawing/2014/main" id="{35B4FEA5-4C29-4E1C-B275-D7F25484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결과와 절차를 남겨
다음 업무에 재사용</a:t>
            </a:r>
          </a:p>
        </p:txBody>
      </p:sp>
      <p:sp>
        <p:nvSpPr>
          <p:cNvPr id="29" name="objective-outcome">
            <a:extLst xmlns:a="http://schemas.openxmlformats.org/drawingml/2006/main">
              <a:ext uri="{FF2B5EF4-FFF2-40B4-BE49-F238E27FC236}">
                <a16:creationId xmlns:a16="http://schemas.microsoft.com/office/drawing/2014/main" id="{6185EB83-5A69-4D6A-8B45-F17B94CE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104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objective-outcome-label">
            <a:extLst xmlns:a="http://schemas.openxmlformats.org/drawingml/2006/main">
              <a:ext uri="{FF2B5EF4-FFF2-40B4-BE49-F238E27FC236}">
                <a16:creationId xmlns:a16="http://schemas.microsoft.com/office/drawing/2014/main" id="{8B4F9F28-0FAA-4138-959D-B62E44D9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PRIMARY USER</a:t>
            </a:r>
          </a:p>
        </p:txBody>
      </p:sp>
      <p:sp>
        <p:nvSpPr>
          <p:cNvPr id="31" name="objective-outcome-text">
            <a:extLst xmlns:a="http://schemas.openxmlformats.org/drawingml/2006/main">
              <a:ext uri="{FF2B5EF4-FFF2-40B4-BE49-F238E27FC236}">
                <a16:creationId xmlns:a16="http://schemas.microsoft.com/office/drawing/2014/main" id="{2516AC0B-DF33-4DDD-B3B6-5CC39ED2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72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반복 업무를 재현 가능한 팀 실행 체계로 전환</a:t>
            </a:r>
          </a:p>
        </p:txBody>
      </p:sp>
      <p:sp>
        <p:nvSpPr>
          <p:cNvPr id="32" name="signal-7">
            <a:extLst xmlns:a="http://schemas.openxmlformats.org/drawingml/2006/main">
              <a:ext uri="{FF2B5EF4-FFF2-40B4-BE49-F238E27FC236}">
                <a16:creationId xmlns:a16="http://schemas.microsoft.com/office/drawing/2014/main" id="{A1B1526F-7B6B-4272-B226-DA35733B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ignal-label-7">
            <a:extLst xmlns:a="http://schemas.openxmlformats.org/drawingml/2006/main">
              <a:ext uri="{FF2B5EF4-FFF2-40B4-BE49-F238E27FC236}">
                <a16:creationId xmlns:a16="http://schemas.microsoft.com/office/drawing/2014/main" id="{D8C3E41A-EC8B-4A3A-9209-367DA453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PROJECT OBJECTIVE</a:t>
            </a:r>
          </a:p>
        </p:txBody>
      </p:sp>
      <p:sp>
        <p:nvSpPr>
          <p:cNvPr id="174" name="v23-objective-baseline">
            <a:extLst xmlns:a="http://schemas.openxmlformats.org/drawingml/2006/main">
              <a:ext uri="{FF2B5EF4-FFF2-40B4-BE49-F238E27FC236}">
                <a16:creationId xmlns:a16="http://schemas.microsoft.com/office/drawing/2014/main" id="{EBCFFC48-BBAA-4A4D-A12C-B787A622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FC8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5" name="v23-objective-tick-0">
            <a:extLst xmlns:a="http://schemas.openxmlformats.org/drawingml/2006/main">
              <a:ext uri="{FF2B5EF4-FFF2-40B4-BE49-F238E27FC236}">
                <a16:creationId xmlns:a16="http://schemas.microsoft.com/office/drawing/2014/main" id="{0BF14251-C36F-4D4C-978B-8ADAE1D6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6" name="v23-objective-tick-1">
            <a:extLst xmlns:a="http://schemas.openxmlformats.org/drawingml/2006/main">
              <a:ext uri="{FF2B5EF4-FFF2-40B4-BE49-F238E27FC236}">
                <a16:creationId xmlns:a16="http://schemas.microsoft.com/office/drawing/2014/main" id="{8AFBFB40-BFA9-4FFF-8CCA-C00A2EDD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7" name="v23-objective-tick-2">
            <a:extLst xmlns:a="http://schemas.openxmlformats.org/drawingml/2006/main">
              <a:ext uri="{FF2B5EF4-FFF2-40B4-BE49-F238E27FC236}">
                <a16:creationId xmlns:a16="http://schemas.microsoft.com/office/drawing/2014/main" id="{D680FD66-C782-4E01-9FE2-8661410D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A1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8" name="v23-objective-tick-3">
            <a:extLst xmlns:a="http://schemas.openxmlformats.org/drawingml/2006/main">
              <a:ext uri="{FF2B5EF4-FFF2-40B4-BE49-F238E27FC236}">
                <a16:creationId xmlns:a16="http://schemas.microsoft.com/office/drawing/2014/main" id="{97416041-B7B2-4899-9E29-5EA7B3E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8592614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-8">
            <a:extLst xmlns:a="http://schemas.openxmlformats.org/drawingml/2006/main">
              <a:ext uri="{FF2B5EF4-FFF2-40B4-BE49-F238E27FC236}">
                <a16:creationId xmlns:a16="http://schemas.microsoft.com/office/drawing/2014/main" id="{F67AC7ED-14CE-43E5-AA07-8038B530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529" name="top-rule-8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8">
            <a:extLst xmlns:a="http://schemas.openxmlformats.org/drawingml/2006/main">
              <a:ext uri="{FF2B5EF4-FFF2-40B4-BE49-F238E27FC236}">
                <a16:creationId xmlns:a16="http://schemas.microsoft.com/office/drawing/2014/main" id="{6D5EE7E3-1DA9-4473-B0E7-FB3A407B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01 프로젝트 개요</a:t>
            </a:r>
          </a:p>
        </p:txBody>
      </p:sp>
      <p:sp>
        <p:nvSpPr>
          <p:cNvPr id="4" name="section-8">
            <a:extLst xmlns:a="http://schemas.openxmlformats.org/drawingml/2006/main">
              <a:ext uri="{FF2B5EF4-FFF2-40B4-BE49-F238E27FC236}">
                <a16:creationId xmlns:a16="http://schemas.microsoft.com/office/drawing/2014/main" id="{424E06A2-98FB-4B54-A6B6-90AB0584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USER FLOW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50857168-6D09-455E-9E1D-1D551A9E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pic>
        <p:nvPicPr>
          <p:cNvPr id="533" name="그림 3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0b00f900db428f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534" name="그림 38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d16a2eeb64a7e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8">
            <a:extLst xmlns:a="http://schemas.openxmlformats.org/drawingml/2006/main">
              <a:ext uri="{FF2B5EF4-FFF2-40B4-BE49-F238E27FC236}">
                <a16:creationId xmlns:a16="http://schemas.microsoft.com/office/drawing/2014/main" id="{E1A25413-58C1-4479-8A24-6BD80F6F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질문은 근거 답변과 승인 실행으로 이어집니다</a:t>
            </a:r>
          </a:p>
        </p:txBody>
      </p:sp>
      <p:sp>
        <p:nvSpPr>
          <p:cNvPr id="9" name="sub-8">
            <a:extLst xmlns:a="http://schemas.openxmlformats.org/drawingml/2006/main">
              <a:ext uri="{FF2B5EF4-FFF2-40B4-BE49-F238E27FC236}">
                <a16:creationId xmlns:a16="http://schemas.microsoft.com/office/drawing/2014/main" id="{970DDF17-7358-42C7-AD61-FF783431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기준 문서 선택 → PM 질문 → Agent·도구 선택 → 근거 확인 → 승인 → 이력 기록</a:t>
            </a:r>
          </a:p>
        </p:txBody>
      </p:sp>
      <p:cxnSp>
        <p:nvCxnSpPr>
          <p:cNvPr id="537" name="row-rule-8-0"/>
          <p:cNvCxnSpPr/>
          <p:nvPr/>
        </p:nvCxnSpPr>
        <p:spPr>
          <a:xfrm xmlns:a="http://schemas.openxmlformats.org/drawingml/2006/main">
            <a:off x="571500" y="2238375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1" name="row-no-8-0">
            <a:extLst xmlns:a="http://schemas.openxmlformats.org/drawingml/2006/main">
              <a:ext uri="{FF2B5EF4-FFF2-40B4-BE49-F238E27FC236}">
                <a16:creationId xmlns:a16="http://schemas.microsoft.com/office/drawing/2014/main" id="{4066992E-4458-402E-832D-946B0CCB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row-text-8-0">
            <a:extLst xmlns:a="http://schemas.openxmlformats.org/drawingml/2006/main">
              <a:ext uri="{FF2B5EF4-FFF2-40B4-BE49-F238E27FC236}">
                <a16:creationId xmlns:a16="http://schemas.microsoft.com/office/drawing/2014/main" id="{5064DD15-1FE8-410C-9CCF-F2D08672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71725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기준 문서를 선택하고 PM이 자연어로 요청</a:t>
            </a:r>
          </a:p>
        </p:txBody>
      </p:sp>
      <p:cxnSp>
        <p:nvCxnSpPr>
          <p:cNvPr id="540" name="row-rule-8-1"/>
          <p:cNvCxnSpPr/>
          <p:nvPr/>
        </p:nvCxnSpPr>
        <p:spPr>
          <a:xfrm xmlns:a="http://schemas.openxmlformats.org/drawingml/2006/main">
            <a:off x="571500" y="3114675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4" name="row-no-8-1">
            <a:extLst xmlns:a="http://schemas.openxmlformats.org/drawingml/2006/main">
              <a:ext uri="{FF2B5EF4-FFF2-40B4-BE49-F238E27FC236}">
                <a16:creationId xmlns:a16="http://schemas.microsoft.com/office/drawing/2014/main" id="{82E2D1AC-F2BD-48EF-834C-2AE07C10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row-text-8-1">
            <a:extLst xmlns:a="http://schemas.openxmlformats.org/drawingml/2006/main">
              <a:ext uri="{FF2B5EF4-FFF2-40B4-BE49-F238E27FC236}">
                <a16:creationId xmlns:a16="http://schemas.microsoft.com/office/drawing/2014/main" id="{4E833F36-9956-4D2D-8186-29094BF0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48025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Root Agent가 전문 Agent·도구를 선택</a:t>
            </a:r>
          </a:p>
        </p:txBody>
      </p:sp>
      <p:cxnSp>
        <p:nvCxnSpPr>
          <p:cNvPr id="543" name="row-rule-8-2"/>
          <p:cNvCxnSpPr/>
          <p:nvPr/>
        </p:nvCxnSpPr>
        <p:spPr>
          <a:xfrm xmlns:a="http://schemas.openxmlformats.org/drawingml/2006/main">
            <a:off x="571500" y="3990975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7" name="row-no-8-2">
            <a:extLst xmlns:a="http://schemas.openxmlformats.org/drawingml/2006/main">
              <a:ext uri="{FF2B5EF4-FFF2-40B4-BE49-F238E27FC236}">
                <a16:creationId xmlns:a16="http://schemas.microsoft.com/office/drawing/2014/main" id="{233CC36C-0037-4DBB-A5C9-C554EE9E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24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row-text-8-2">
            <a:extLst xmlns:a="http://schemas.openxmlformats.org/drawingml/2006/main">
              <a:ext uri="{FF2B5EF4-FFF2-40B4-BE49-F238E27FC236}">
                <a16:creationId xmlns:a16="http://schemas.microsoft.com/office/drawing/2014/main" id="{6ADCADD6-4C9A-4562-997E-280F8650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24325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원문 근거와 함께 답변·작업 초안을 확인</a:t>
            </a:r>
          </a:p>
        </p:txBody>
      </p:sp>
      <p:cxnSp>
        <p:nvCxnSpPr>
          <p:cNvPr id="546" name="row-rule-8-3"/>
          <p:cNvCxnSpPr/>
          <p:nvPr/>
        </p:nvCxnSpPr>
        <p:spPr>
          <a:xfrm xmlns:a="http://schemas.openxmlformats.org/drawingml/2006/main">
            <a:off x="571500" y="4867275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0" name="row-no-8-3">
            <a:extLst xmlns:a="http://schemas.openxmlformats.org/drawingml/2006/main">
              <a:ext uri="{FF2B5EF4-FFF2-40B4-BE49-F238E27FC236}">
                <a16:creationId xmlns:a16="http://schemas.microsoft.com/office/drawing/2014/main" id="{E65DD1E1-B174-4014-A631-0D80578D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387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row-text-8-3">
            <a:extLst xmlns:a="http://schemas.openxmlformats.org/drawingml/2006/main">
              <a:ext uri="{FF2B5EF4-FFF2-40B4-BE49-F238E27FC236}">
                <a16:creationId xmlns:a16="http://schemas.microsoft.com/office/drawing/2014/main" id="{DBF15BEB-459D-4BFD-9E30-FFE96364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00625"/>
            <a:ext cx="1030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변경 작업은 승인 후 실행하고 결과·이력을 남김</a:t>
            </a:r>
          </a:p>
        </p:txBody>
      </p:sp>
      <p:sp>
        <p:nvSpPr>
          <p:cNvPr id="22" name="signal-8">
            <a:extLst xmlns:a="http://schemas.openxmlformats.org/drawingml/2006/main">
              <a:ext uri="{FF2B5EF4-FFF2-40B4-BE49-F238E27FC236}">
                <a16:creationId xmlns:a16="http://schemas.microsoft.com/office/drawing/2014/main" id="{C460324B-ED8B-42AC-94F5-2D79E1D1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ignal-label-8">
            <a:extLst xmlns:a="http://schemas.openxmlformats.org/drawingml/2006/main">
              <a:ext uri="{FF2B5EF4-FFF2-40B4-BE49-F238E27FC236}">
                <a16:creationId xmlns:a16="http://schemas.microsoft.com/office/drawing/2014/main" id="{7F38D5F6-870B-4B4F-A64D-2B47EACD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USER FLOW</a:t>
            </a:r>
          </a:p>
        </p:txBody>
      </p:sp>
    </p:spTree>
    <p:extLst>
      <p:ext uri="{BB962C8B-B14F-4D97-AF65-F5344CB8AC3E}">
        <p14:creationId xmlns:p14="http://schemas.microsoft.com/office/powerpoint/2010/main" val="20056494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-10">
            <a:extLst xmlns:a="http://schemas.openxmlformats.org/drawingml/2006/main">
              <a:ext uri="{FF2B5EF4-FFF2-40B4-BE49-F238E27FC236}">
                <a16:creationId xmlns:a16="http://schemas.microsoft.com/office/drawing/2014/main" id="{70ECA2F5-3EA0-4106-B379-C27B744E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29" name="top-rule-10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10">
            <a:extLst xmlns:a="http://schemas.openxmlformats.org/drawingml/2006/main">
              <a:ext uri="{FF2B5EF4-FFF2-40B4-BE49-F238E27FC236}">
                <a16:creationId xmlns:a16="http://schemas.microsoft.com/office/drawing/2014/main" id="{BB5A9763-5F42-478A-92BA-DF434854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01 프로젝트 개요</a:t>
            </a:r>
          </a:p>
        </p:txBody>
      </p:sp>
      <p:sp>
        <p:nvSpPr>
          <p:cNvPr id="4" name="section-10">
            <a:extLst xmlns:a="http://schemas.openxmlformats.org/drawingml/2006/main">
              <a:ext uri="{FF2B5EF4-FFF2-40B4-BE49-F238E27FC236}">
                <a16:creationId xmlns:a16="http://schemas.microsoft.com/office/drawing/2014/main" id="{02B44E4E-C77F-4718-9F9D-30215688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PRODUCT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08DCED91-6772-4D19-8291-BC7B2570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pic>
        <p:nvPicPr>
          <p:cNvPr id="133" name="그림 1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7cd4b417641cf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134" name="그림 1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6018514404291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10">
            <a:extLst xmlns:a="http://schemas.openxmlformats.org/drawingml/2006/main">
              <a:ext uri="{FF2B5EF4-FFF2-40B4-BE49-F238E27FC236}">
                <a16:creationId xmlns:a16="http://schemas.microsoft.com/office/drawing/2014/main" id="{042A2129-5BA4-4497-8AB7-72BD361D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잘 답하고, 안전하게 움직이는 AI</a:t>
            </a:r>
          </a:p>
        </p:txBody>
      </p:sp>
      <p:sp>
        <p:nvSpPr>
          <p:cNvPr id="9" name="image-frame-10">
            <a:extLst xmlns:a="http://schemas.openxmlformats.org/drawingml/2006/main">
              <a:ext uri="{FF2B5EF4-FFF2-40B4-BE49-F238E27FC236}">
                <a16:creationId xmlns:a16="http://schemas.microsoft.com/office/drawing/2014/main" id="{6C66058C-9E10-40EA-B0AD-0AFFD284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81990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7D1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mage-copy-10">
            <a:extLst xmlns:a="http://schemas.openxmlformats.org/drawingml/2006/main">
              <a:ext uri="{FF2B5EF4-FFF2-40B4-BE49-F238E27FC236}">
                <a16:creationId xmlns:a16="http://schemas.microsoft.com/office/drawing/2014/main" id="{9876BC74-DBB4-4A7C-AD4D-AACA1976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371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근거·위임·도구·승인을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하나의 실행 흐름으로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설계</a:t>
            </a:r>
          </a:p>
        </p:txBody>
      </p:sp>
      <p:sp>
        <p:nvSpPr>
          <p:cNvPr id="12" name="image-detail-10">
            <a:extLst xmlns:a="http://schemas.openxmlformats.org/drawingml/2006/main">
              <a:ext uri="{FF2B5EF4-FFF2-40B4-BE49-F238E27FC236}">
                <a16:creationId xmlns:a16="http://schemas.microsoft.com/office/drawing/2014/main" id="{750C12ED-F048-45C2-A393-5366CBF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자동 배정 대신, 부하와 근거를 제공하고 최종 판단은 사람이 수행</a:t>
            </a:r>
          </a:p>
        </p:txBody>
      </p:sp>
      <p:sp>
        <p:nvSpPr>
          <p:cNvPr id="13" name="signal-10">
            <a:extLst xmlns:a="http://schemas.openxmlformats.org/drawingml/2006/main">
              <a:ext uri="{FF2B5EF4-FFF2-40B4-BE49-F238E27FC236}">
                <a16:creationId xmlns:a16="http://schemas.microsoft.com/office/drawing/2014/main" id="{619D36C2-21C1-4AD1-ABBA-BA34941F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ignal-label-10">
            <a:extLst xmlns:a="http://schemas.openxmlformats.org/drawingml/2006/main">
              <a:ext uri="{FF2B5EF4-FFF2-40B4-BE49-F238E27FC236}">
                <a16:creationId xmlns:a16="http://schemas.microsoft.com/office/drawing/2014/main" id="{608C3134-8825-4B44-A852-A75DEDDF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PRODUCT</a:t>
            </a:r>
          </a:p>
        </p:txBody>
      </p:sp>
      <p:sp>
        <p:nvSpPr>
          <p:cNvPr id="89" name="capture-accent-10">
            <a:extLst xmlns:a="http://schemas.openxmlformats.org/drawingml/2006/main">
              <a:ext uri="{FF2B5EF4-FFF2-40B4-BE49-F238E27FC236}">
                <a16:creationId xmlns:a16="http://schemas.microsoft.com/office/drawing/2014/main" id="{94CD3F03-32A9-4039-A054-3D97E3A2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" name="capture-label-10">
            <a:extLst xmlns:a="http://schemas.openxmlformats.org/drawingml/2006/main">
              <a:ext uri="{FF2B5EF4-FFF2-40B4-BE49-F238E27FC236}">
                <a16:creationId xmlns:a16="http://schemas.microsoft.com/office/drawing/2014/main" id="{F52DB7E8-2F1F-42E8-AD87-03CCE901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433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5가지 구현 목표</a:t>
            </a:r>
          </a:p>
        </p:txBody>
      </p:sp>
      <p:sp>
        <p:nvSpPr>
          <p:cNvPr id="91" name="capture-guide-10">
            <a:extLst xmlns:a="http://schemas.openxmlformats.org/drawingml/2006/main">
              <a:ext uri="{FF2B5EF4-FFF2-40B4-BE49-F238E27FC236}">
                <a16:creationId xmlns:a16="http://schemas.microsoft.com/office/drawing/2014/main" id="{BA1EB504-3C50-4A5A-99EB-6F7A270C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624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5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01 근거 기반 답변   02 역할별 작업   03 도구 확장
04 사람 통제          05 절차 재사용</a:t>
            </a:r>
          </a:p>
        </p:txBody>
      </p:sp>
    </p:spTree>
    <p:extLst>
      <p:ext uri="{BB962C8B-B14F-4D97-AF65-F5344CB8AC3E}">
        <p14:creationId xmlns:p14="http://schemas.microsoft.com/office/powerpoint/2010/main" val="18507777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accent-9">
            <a:extLst xmlns:a="http://schemas.openxmlformats.org/drawingml/2006/main">
              <a:ext uri="{FF2B5EF4-FFF2-40B4-BE49-F238E27FC236}">
                <a16:creationId xmlns:a16="http://schemas.microsoft.com/office/drawing/2014/main" id="{4E3A711F-318C-447D-A978-0348FF33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805" name="top-rule-9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9">
            <a:extLst xmlns:a="http://schemas.openxmlformats.org/drawingml/2006/main">
              <a:ext uri="{FF2B5EF4-FFF2-40B4-BE49-F238E27FC236}">
                <a16:creationId xmlns:a16="http://schemas.microsoft.com/office/drawing/2014/main" id="{6CF77FB6-80F8-473D-8DC5-55F2308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01 프로젝트 개요</a:t>
            </a:r>
          </a:p>
        </p:txBody>
      </p:sp>
      <p:sp>
        <p:nvSpPr>
          <p:cNvPr id="4" name="section-9">
            <a:extLst xmlns:a="http://schemas.openxmlformats.org/drawingml/2006/main">
              <a:ext uri="{FF2B5EF4-FFF2-40B4-BE49-F238E27FC236}">
                <a16:creationId xmlns:a16="http://schemas.microsoft.com/office/drawing/2014/main" id="{1E27867E-382F-4DAD-94EE-B055A9D1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POSITIONING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D74F6986-A978-4DDF-B69B-10ACADE2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pic>
        <p:nvPicPr>
          <p:cNvPr id="809" name="그림 5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34a33d5a44fa2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810" name="그림 5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4f919bfc64b70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9">
            <a:extLst xmlns:a="http://schemas.openxmlformats.org/drawingml/2006/main">
              <a:ext uri="{FF2B5EF4-FFF2-40B4-BE49-F238E27FC236}">
                <a16:creationId xmlns:a16="http://schemas.microsoft.com/office/drawing/2014/main" id="{3DC42EC9-288D-4F6B-8B3C-702F5285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HALIL은 근거 있는 프로젝트 실행 흐름입니다</a:t>
            </a:r>
          </a:p>
        </p:txBody>
      </p:sp>
      <p:sp>
        <p:nvSpPr>
          <p:cNvPr id="9" name="sub-9">
            <a:extLst xmlns:a="http://schemas.openxmlformats.org/drawingml/2006/main">
              <a:ext uri="{FF2B5EF4-FFF2-40B4-BE49-F238E27FC236}">
                <a16:creationId xmlns:a16="http://schemas.microsoft.com/office/drawing/2014/main" id="{44A38FEB-B8B2-4379-8B37-DA422026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AI가 결정을 대체하지 않고, 사람이 근거를 보고 결정하도록 돕습니다.</a:t>
            </a:r>
          </a:p>
        </p:txBody>
      </p:sp>
      <p:sp>
        <p:nvSpPr>
          <p:cNvPr id="10" name="position-before">
            <a:extLst xmlns:a="http://schemas.openxmlformats.org/drawingml/2006/main">
              <a:ext uri="{FF2B5EF4-FFF2-40B4-BE49-F238E27FC236}">
                <a16:creationId xmlns:a16="http://schemas.microsoft.com/office/drawing/2014/main" id="{BEFDDBF5-D27D-45E3-AECA-75E1DFBC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333375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position-before-kicker">
            <a:extLst xmlns:a="http://schemas.openxmlformats.org/drawingml/2006/main">
              <a:ext uri="{FF2B5EF4-FFF2-40B4-BE49-F238E27FC236}">
                <a16:creationId xmlns:a16="http://schemas.microsoft.com/office/drawing/2014/main" id="{A0C12E03-986B-4726-91A5-FACFBB28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일반 생성형 챗봇</a:t>
            </a:r>
          </a:p>
        </p:txBody>
      </p:sp>
      <p:sp>
        <p:nvSpPr>
          <p:cNvPr id="12" name="position-before-title">
            <a:extLst xmlns:a="http://schemas.openxmlformats.org/drawingml/2006/main">
              <a:ext uri="{FF2B5EF4-FFF2-40B4-BE49-F238E27FC236}">
                <a16:creationId xmlns:a16="http://schemas.microsoft.com/office/drawing/2014/main" id="{1D602A1A-B2C1-48D3-9EFC-17DC335B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대화 중심</a:t>
            </a:r>
          </a:p>
        </p:txBody>
      </p:sp>
      <p:sp>
        <p:nvSpPr>
          <p:cNvPr id="13" name="position-before-sub">
            <a:extLst xmlns:a="http://schemas.openxmlformats.org/drawingml/2006/main">
              <a:ext uri="{FF2B5EF4-FFF2-40B4-BE49-F238E27FC236}">
                <a16:creationId xmlns:a16="http://schemas.microsoft.com/office/drawing/2014/main" id="{8DB86E43-B498-4B3F-8840-9A5AE85E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범용 답변 중심</a:t>
            </a:r>
          </a:p>
        </p:txBody>
      </p:sp>
      <p:cxnSp>
        <p:nvCxnSpPr>
          <p:cNvPr id="817" name="position-before-line-0"/>
          <p:cNvCxnSpPr/>
          <p:nvPr/>
        </p:nvCxnSpPr>
        <p:spPr>
          <a:xfrm xmlns:a="http://schemas.openxmlformats.org/drawingml/2006/main">
            <a:off x="819150" y="3848100"/>
            <a:ext cx="2686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5" name="position-before-row-0">
            <a:extLst xmlns:a="http://schemas.openxmlformats.org/drawingml/2006/main">
              <a:ext uri="{FF2B5EF4-FFF2-40B4-BE49-F238E27FC236}">
                <a16:creationId xmlns:a16="http://schemas.microsoft.com/office/drawing/2014/main" id="{5572FB24-5DEA-4378-9176-2CCC54C0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01   사용자가 근거를 다시 탐색</a:t>
            </a:r>
          </a:p>
        </p:txBody>
      </p:sp>
      <p:cxnSp>
        <p:nvCxnSpPr>
          <p:cNvPr id="819" name="position-before-line-1"/>
          <p:cNvCxnSpPr/>
          <p:nvPr/>
        </p:nvCxnSpPr>
        <p:spPr>
          <a:xfrm xmlns:a="http://schemas.openxmlformats.org/drawingml/2006/main">
            <a:off x="819150" y="4248150"/>
            <a:ext cx="2686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7" name="position-before-row-1">
            <a:extLst xmlns:a="http://schemas.openxmlformats.org/drawingml/2006/main">
              <a:ext uri="{FF2B5EF4-FFF2-40B4-BE49-F238E27FC236}">
                <a16:creationId xmlns:a16="http://schemas.microsoft.com/office/drawing/2014/main" id="{69C838DC-BB99-48EF-90C0-DF374E1F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02   도구 실행 범위가 불명확</a:t>
            </a:r>
          </a:p>
        </p:txBody>
      </p:sp>
      <p:cxnSp>
        <p:nvCxnSpPr>
          <p:cNvPr id="821" name="position-before-line-2"/>
          <p:cNvCxnSpPr/>
          <p:nvPr/>
        </p:nvCxnSpPr>
        <p:spPr>
          <a:xfrm xmlns:a="http://schemas.openxmlformats.org/drawingml/2006/main">
            <a:off x="819150" y="4648200"/>
            <a:ext cx="2686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9" name="position-before-row-2">
            <a:extLst xmlns:a="http://schemas.openxmlformats.org/drawingml/2006/main">
              <a:ext uri="{FF2B5EF4-FFF2-40B4-BE49-F238E27FC236}">
                <a16:creationId xmlns:a16="http://schemas.microsoft.com/office/drawing/2014/main" id="{28E3ACE5-617C-4B8C-9208-AE8AACCC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03   변경 작업의 책임 경계가 약함</a:t>
            </a:r>
          </a:p>
        </p:txBody>
      </p:sp>
      <p:sp>
        <p:nvSpPr>
          <p:cNvPr id="20" name="position-arrow">
            <a:extLst xmlns:a="http://schemas.openxmlformats.org/drawingml/2006/main">
              <a:ext uri="{FF2B5EF4-FFF2-40B4-BE49-F238E27FC236}">
                <a16:creationId xmlns:a16="http://schemas.microsoft.com/office/drawing/2014/main" id="{00F6D77C-C967-4E97-BEA9-ED5CB689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19450"/>
            <a:ext cx="83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1" name="position-after">
            <a:extLst xmlns:a="http://schemas.openxmlformats.org/drawingml/2006/main">
              <a:ext uri="{FF2B5EF4-FFF2-40B4-BE49-F238E27FC236}">
                <a16:creationId xmlns:a16="http://schemas.microsoft.com/office/drawing/2014/main" id="{CAA35641-73CB-4FCF-BF34-44BBF365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81200"/>
            <a:ext cx="62484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position-after-kicker">
            <a:extLst xmlns:a="http://schemas.openxmlformats.org/drawingml/2006/main">
              <a:ext uri="{FF2B5EF4-FFF2-40B4-BE49-F238E27FC236}">
                <a16:creationId xmlns:a16="http://schemas.microsoft.com/office/drawing/2014/main" id="{4A46113A-9C82-42B1-BB69-43A483BA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28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HALIL</a:t>
            </a:r>
          </a:p>
        </p:txBody>
      </p:sp>
      <p:sp>
        <p:nvSpPr>
          <p:cNvPr id="23" name="position-after-title">
            <a:extLst xmlns:a="http://schemas.openxmlformats.org/drawingml/2006/main">
              <a:ext uri="{FF2B5EF4-FFF2-40B4-BE49-F238E27FC236}">
                <a16:creationId xmlns:a16="http://schemas.microsoft.com/office/drawing/2014/main" id="{F4815EA3-879D-4610-8E35-1C129271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098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PROJECT EXECUTION FLOW</a:t>
            </a:r>
          </a:p>
        </p:txBody>
      </p:sp>
      <p:cxnSp>
        <p:nvCxnSpPr>
          <p:cNvPr id="827" name="position-after-line-0"/>
          <p:cNvCxnSpPr/>
          <p:nvPr/>
        </p:nvCxnSpPr>
        <p:spPr>
          <a:xfrm xmlns:a="http://schemas.openxmlformats.org/drawingml/2006/main">
            <a:off x="5543550" y="3257550"/>
            <a:ext cx="5600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5" name="position-after-label-0">
            <a:extLst xmlns:a="http://schemas.openxmlformats.org/drawingml/2006/main">
              <a:ext uri="{FF2B5EF4-FFF2-40B4-BE49-F238E27FC236}">
                <a16:creationId xmlns:a16="http://schemas.microsoft.com/office/drawing/2014/main" id="{4EC882E5-7764-4C26-9149-AB1D5AA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00425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26" name="position-after-copy-0">
            <a:extLst xmlns:a="http://schemas.openxmlformats.org/drawingml/2006/main">
              <a:ext uri="{FF2B5EF4-FFF2-40B4-BE49-F238E27FC236}">
                <a16:creationId xmlns:a16="http://schemas.microsoft.com/office/drawing/2014/main" id="{99EADE7E-C703-4F11-BDF8-5761CCAE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6232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원문 근거 문단을 답변과 함께 확인</a:t>
            </a:r>
          </a:p>
        </p:txBody>
      </p:sp>
      <p:cxnSp>
        <p:nvCxnSpPr>
          <p:cNvPr id="830" name="position-after-line-1"/>
          <p:cNvCxnSpPr/>
          <p:nvPr/>
        </p:nvCxnSpPr>
        <p:spPr>
          <a:xfrm xmlns:a="http://schemas.openxmlformats.org/drawingml/2006/main">
            <a:off x="5543550" y="3848100"/>
            <a:ext cx="5600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8D1"/>
            </a:solidFill>
            <a:prstDash val="solid"/>
          </a:ln>
        </p:spPr>
      </p:cxnSp>
      <p:sp>
        <p:nvSpPr>
          <p:cNvPr id="28" name="position-after-label-1">
            <a:extLst xmlns:a="http://schemas.openxmlformats.org/drawingml/2006/main">
              <a:ext uri="{FF2B5EF4-FFF2-40B4-BE49-F238E27FC236}">
                <a16:creationId xmlns:a16="http://schemas.microsoft.com/office/drawing/2014/main" id="{DB5C7B66-17F6-4207-880F-378410DB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90975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TOOL SCOPE</a:t>
            </a:r>
          </a:p>
        </p:txBody>
      </p:sp>
      <p:sp>
        <p:nvSpPr>
          <p:cNvPr id="29" name="position-after-copy-1">
            <a:extLst xmlns:a="http://schemas.openxmlformats.org/drawingml/2006/main">
              <a:ext uri="{FF2B5EF4-FFF2-40B4-BE49-F238E27FC236}">
                <a16:creationId xmlns:a16="http://schemas.microsoft.com/office/drawing/2014/main" id="{80346D42-8CE7-4808-A4F2-A41306F3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528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선택된 도구와 권한 범위 안에서 실행</a:t>
            </a:r>
          </a:p>
        </p:txBody>
      </p:sp>
      <p:cxnSp>
        <p:nvCxnSpPr>
          <p:cNvPr id="833" name="position-after-line-2"/>
          <p:cNvCxnSpPr/>
          <p:nvPr/>
        </p:nvCxnSpPr>
        <p:spPr>
          <a:xfrm xmlns:a="http://schemas.openxmlformats.org/drawingml/2006/main">
            <a:off x="5543550" y="4438650"/>
            <a:ext cx="5600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1" name="position-after-label-2">
            <a:extLst xmlns:a="http://schemas.openxmlformats.org/drawingml/2006/main">
              <a:ext uri="{FF2B5EF4-FFF2-40B4-BE49-F238E27FC236}">
                <a16:creationId xmlns:a16="http://schemas.microsoft.com/office/drawing/2014/main" id="{613C3184-86C5-444D-AA96-010C0025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581525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GOVERNANCE</a:t>
            </a:r>
          </a:p>
        </p:txBody>
      </p:sp>
      <p:sp>
        <p:nvSpPr>
          <p:cNvPr id="32" name="position-after-copy-2">
            <a:extLst xmlns:a="http://schemas.openxmlformats.org/drawingml/2006/main">
              <a:ext uri="{FF2B5EF4-FFF2-40B4-BE49-F238E27FC236}">
                <a16:creationId xmlns:a16="http://schemas.microsoft.com/office/drawing/2014/main" id="{B17B873B-8B60-45DA-BE34-06A9378D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4342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승인·거절·실행 이력으로 책임 경계 표시</a:t>
            </a:r>
          </a:p>
        </p:txBody>
      </p:sp>
      <p:sp>
        <p:nvSpPr>
          <p:cNvPr id="33" name="position-takeaway">
            <a:extLst xmlns:a="http://schemas.openxmlformats.org/drawingml/2006/main">
              <a:ext uri="{FF2B5EF4-FFF2-40B4-BE49-F238E27FC236}">
                <a16:creationId xmlns:a16="http://schemas.microsoft.com/office/drawing/2014/main" id="{244E2274-6245-4E16-8D22-13B699ED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대화 응답 → 근거 있는 프로젝트 실행</a:t>
            </a:r>
          </a:p>
        </p:txBody>
      </p:sp>
      <p:sp>
        <p:nvSpPr>
          <p:cNvPr id="34" name="signal-9">
            <a:extLst xmlns:a="http://schemas.openxmlformats.org/drawingml/2006/main">
              <a:ext uri="{FF2B5EF4-FFF2-40B4-BE49-F238E27FC236}">
                <a16:creationId xmlns:a16="http://schemas.microsoft.com/office/drawing/2014/main" id="{A551F05A-EFE8-4860-881C-61AEA36E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ignal-label-9">
            <a:extLst xmlns:a="http://schemas.openxmlformats.org/drawingml/2006/main">
              <a:ext uri="{FF2B5EF4-FFF2-40B4-BE49-F238E27FC236}">
                <a16:creationId xmlns:a16="http://schemas.microsoft.com/office/drawing/2014/main" id="{AF3EAC79-E3C9-4AC2-B759-6D04FD2E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PRODUCT POSITIONING</a:t>
            </a:r>
          </a:p>
        </p:txBody>
      </p:sp>
    </p:spTree>
    <p:extLst>
      <p:ext uri="{BB962C8B-B14F-4D97-AF65-F5344CB8AC3E}">
        <p14:creationId xmlns:p14="http://schemas.microsoft.com/office/powerpoint/2010/main" val="10922777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accent-11">
            <a:extLst xmlns:a="http://schemas.openxmlformats.org/drawingml/2006/main">
              <a:ext uri="{FF2B5EF4-FFF2-40B4-BE49-F238E27FC236}">
                <a16:creationId xmlns:a16="http://schemas.microsoft.com/office/drawing/2014/main" id="{821E4800-8E2D-4C59-B786-43F8E6FA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680" name="top-rule-11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11">
            <a:extLst xmlns:a="http://schemas.openxmlformats.org/drawingml/2006/main">
              <a:ext uri="{FF2B5EF4-FFF2-40B4-BE49-F238E27FC236}">
                <a16:creationId xmlns:a16="http://schemas.microsoft.com/office/drawing/2014/main" id="{140B56CD-BAF0-4C16-B13F-D283E9F8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01 프로젝트 개요</a:t>
            </a:r>
          </a:p>
        </p:txBody>
      </p:sp>
      <p:sp>
        <p:nvSpPr>
          <p:cNvPr id="4" name="section-11">
            <a:extLst xmlns:a="http://schemas.openxmlformats.org/drawingml/2006/main">
              <a:ext uri="{FF2B5EF4-FFF2-40B4-BE49-F238E27FC236}">
                <a16:creationId xmlns:a16="http://schemas.microsoft.com/office/drawing/2014/main" id="{B0BD0388-2B12-4EB4-A383-8D4FAEA5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IMPLEMENTATION STATUS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F05A1B1D-5DF3-4A6C-AECF-9C5B7FC7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pic>
        <p:nvPicPr>
          <p:cNvPr id="684" name="그림 4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7e5943aa34ef3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685" name="그림 4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d582d8d2946ad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11">
            <a:extLst xmlns:a="http://schemas.openxmlformats.org/drawingml/2006/main">
              <a:ext uri="{FF2B5EF4-FFF2-40B4-BE49-F238E27FC236}">
                <a16:creationId xmlns:a16="http://schemas.microsoft.com/office/drawing/2014/main" id="{16224CAB-8ECB-4F6C-9829-651DA228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기대효과: 빠른 판단과 명확한 책임 경계</a:t>
            </a:r>
          </a:p>
        </p:txBody>
      </p:sp>
      <p:cxnSp>
        <p:nvCxnSpPr>
          <p:cNvPr id="687" name="head-11"/>
          <p:cNvCxnSpPr/>
          <p:nvPr/>
        </p:nvCxnSpPr>
        <p:spPr>
          <a:xfrm xmlns:a="http://schemas.openxmlformats.org/drawingml/2006/main">
            <a:off x="571500" y="2305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1020"/>
            </a:solidFill>
            <a:prstDash val="solid"/>
          </a:ln>
        </p:spPr>
      </p:cxnSp>
      <p:sp>
        <p:nvSpPr>
          <p:cNvPr id="10" name="headtxt-11-0">
            <a:extLst xmlns:a="http://schemas.openxmlformats.org/drawingml/2006/main">
              <a:ext uri="{FF2B5EF4-FFF2-40B4-BE49-F238E27FC236}">
                <a16:creationId xmlns:a16="http://schemas.microsoft.com/office/drawing/2014/main" id="{0FB8F93D-EDC9-40F8-8EEE-C1372B55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사용자 변화</a:t>
            </a:r>
          </a:p>
        </p:txBody>
      </p:sp>
      <p:sp>
        <p:nvSpPr>
          <p:cNvPr id="11" name="headtxt-11-1">
            <a:extLst xmlns:a="http://schemas.openxmlformats.org/drawingml/2006/main">
              <a:ext uri="{FF2B5EF4-FFF2-40B4-BE49-F238E27FC236}">
                <a16:creationId xmlns:a16="http://schemas.microsoft.com/office/drawing/2014/main" id="{B2C6B789-4999-4BD0-8DAB-ED2568C4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05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HALIL이 제공하는 방식</a:t>
            </a:r>
          </a:p>
        </p:txBody>
      </p:sp>
      <p:sp>
        <p:nvSpPr>
          <p:cNvPr id="12" name="headtxt-11-2">
            <a:extLst xmlns:a="http://schemas.openxmlformats.org/drawingml/2006/main">
              <a:ext uri="{FF2B5EF4-FFF2-40B4-BE49-F238E27FC236}">
                <a16:creationId xmlns:a16="http://schemas.microsoft.com/office/drawing/2014/main" id="{C481A4A8-1073-4ACE-BCB7-4B9CCA2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핵심 가치</a:t>
            </a:r>
          </a:p>
        </p:txBody>
      </p:sp>
      <p:cxnSp>
        <p:nvCxnSpPr>
          <p:cNvPr id="691" name="mrow-11-0"/>
          <p:cNvCxnSpPr/>
          <p:nvPr/>
        </p:nvCxnSpPr>
        <p:spPr>
          <a:xfrm xmlns:a="http://schemas.openxmlformats.org/drawingml/2006/main">
            <a:off x="571500" y="30861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4" name="mc0-11-0">
            <a:extLst xmlns:a="http://schemas.openxmlformats.org/drawingml/2006/main">
              <a:ext uri="{FF2B5EF4-FFF2-40B4-BE49-F238E27FC236}">
                <a16:creationId xmlns:a16="http://schemas.microsoft.com/office/drawing/2014/main" id="{C77D40B0-1E82-49D0-85C6-452A2EA0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찾는 시간</a:t>
            </a:r>
          </a:p>
        </p:txBody>
      </p:sp>
      <p:sp>
        <p:nvSpPr>
          <p:cNvPr id="15" name="mc1-11-0">
            <a:extLst xmlns:a="http://schemas.openxmlformats.org/drawingml/2006/main">
              <a:ext uri="{FF2B5EF4-FFF2-40B4-BE49-F238E27FC236}">
                <a16:creationId xmlns:a16="http://schemas.microsoft.com/office/drawing/2014/main" id="{7CEACF77-F26C-46EF-81B9-BBD87484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문서·업무·팀 정보를 한 대화 흐름에서 확인</a:t>
            </a:r>
          </a:p>
        </p:txBody>
      </p:sp>
      <p:sp>
        <p:nvSpPr>
          <p:cNvPr id="16" name="mc2-11-0">
            <a:extLst xmlns:a="http://schemas.openxmlformats.org/drawingml/2006/main">
              <a:ext uri="{FF2B5EF4-FFF2-40B4-BE49-F238E27FC236}">
                <a16:creationId xmlns:a16="http://schemas.microsoft.com/office/drawing/2014/main" id="{8E16ACE8-8C01-4ED7-865D-33877721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근거 확인</a:t>
            </a:r>
          </a:p>
        </p:txBody>
      </p:sp>
      <p:cxnSp>
        <p:nvCxnSpPr>
          <p:cNvPr id="695" name="mrow-11-1"/>
          <p:cNvCxnSpPr/>
          <p:nvPr/>
        </p:nvCxnSpPr>
        <p:spPr>
          <a:xfrm xmlns:a="http://schemas.openxmlformats.org/drawingml/2006/main">
            <a:off x="571500" y="3867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8" name="mc0-11-1">
            <a:extLst xmlns:a="http://schemas.openxmlformats.org/drawingml/2006/main">
              <a:ext uri="{FF2B5EF4-FFF2-40B4-BE49-F238E27FC236}">
                <a16:creationId xmlns:a16="http://schemas.microsoft.com/office/drawing/2014/main" id="{38069AD1-3ADD-4D32-8F7B-0AAE2BBB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9" name="mc1-11-1">
            <a:extLst xmlns:a="http://schemas.openxmlformats.org/drawingml/2006/main">
              <a:ext uri="{FF2B5EF4-FFF2-40B4-BE49-F238E27FC236}">
                <a16:creationId xmlns:a16="http://schemas.microsoft.com/office/drawing/2014/main" id="{B9136355-3704-45D2-8AD2-711CE7FE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답변과 함께 원문 근거를 검토</a:t>
            </a:r>
          </a:p>
        </p:txBody>
      </p:sp>
      <p:sp>
        <p:nvSpPr>
          <p:cNvPr id="20" name="mc2-11-1">
            <a:extLst xmlns:a="http://schemas.openxmlformats.org/drawingml/2006/main">
              <a:ext uri="{FF2B5EF4-FFF2-40B4-BE49-F238E27FC236}">
                <a16:creationId xmlns:a16="http://schemas.microsoft.com/office/drawing/2014/main" id="{8FBAAD9C-BF5A-4473-A40D-29505CD9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추적 가능</a:t>
            </a:r>
          </a:p>
        </p:txBody>
      </p:sp>
      <p:cxnSp>
        <p:nvCxnSpPr>
          <p:cNvPr id="699" name="mrow-11-2"/>
          <p:cNvCxnSpPr/>
          <p:nvPr/>
        </p:nvCxnSpPr>
        <p:spPr>
          <a:xfrm xmlns:a="http://schemas.openxmlformats.org/drawingml/2006/main">
            <a:off x="571500" y="46482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2" name="mc0-11-2">
            <a:extLst xmlns:a="http://schemas.openxmlformats.org/drawingml/2006/main">
              <a:ext uri="{FF2B5EF4-FFF2-40B4-BE49-F238E27FC236}">
                <a16:creationId xmlns:a16="http://schemas.microsoft.com/office/drawing/2014/main" id="{41BDB7A2-A35B-4244-8985-72CEC88C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반복 절차</a:t>
            </a:r>
          </a:p>
        </p:txBody>
      </p:sp>
      <p:sp>
        <p:nvSpPr>
          <p:cNvPr id="23" name="mc1-11-2">
            <a:extLst xmlns:a="http://schemas.openxmlformats.org/drawingml/2006/main">
              <a:ext uri="{FF2B5EF4-FFF2-40B4-BE49-F238E27FC236}">
                <a16:creationId xmlns:a16="http://schemas.microsoft.com/office/drawing/2014/main" id="{9309C718-E1E9-45E4-9335-56A9EDD9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386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회의록·문서 점검 등 절차를 Skill로 등록·공유</a:t>
            </a:r>
          </a:p>
        </p:txBody>
      </p:sp>
      <p:sp>
        <p:nvSpPr>
          <p:cNvPr id="24" name="mc2-11-2">
            <a:extLst xmlns:a="http://schemas.openxmlformats.org/drawingml/2006/main">
              <a:ext uri="{FF2B5EF4-FFF2-40B4-BE49-F238E27FC236}">
                <a16:creationId xmlns:a16="http://schemas.microsoft.com/office/drawing/2014/main" id="{786880D1-0DCB-4B98-851D-8F3456AA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재사용</a:t>
            </a:r>
          </a:p>
        </p:txBody>
      </p:sp>
      <p:cxnSp>
        <p:nvCxnSpPr>
          <p:cNvPr id="703" name="mrow-11-3"/>
          <p:cNvCxnSpPr/>
          <p:nvPr/>
        </p:nvCxnSpPr>
        <p:spPr>
          <a:xfrm xmlns:a="http://schemas.openxmlformats.org/drawingml/2006/main">
            <a:off x="571500" y="54292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6" name="mc0-11-3">
            <a:extLst xmlns:a="http://schemas.openxmlformats.org/drawingml/2006/main">
              <a:ext uri="{FF2B5EF4-FFF2-40B4-BE49-F238E27FC236}">
                <a16:creationId xmlns:a16="http://schemas.microsoft.com/office/drawing/2014/main" id="{7E8461BA-55D5-4A40-BBD8-73F3238B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업무 자동화</a:t>
            </a:r>
          </a:p>
        </p:txBody>
      </p:sp>
      <p:sp>
        <p:nvSpPr>
          <p:cNvPr id="27" name="mc1-11-3">
            <a:extLst xmlns:a="http://schemas.openxmlformats.org/drawingml/2006/main">
              <a:ext uri="{FF2B5EF4-FFF2-40B4-BE49-F238E27FC236}">
                <a16:creationId xmlns:a16="http://schemas.microsoft.com/office/drawing/2014/main" id="{648F83CB-4EBF-4288-9446-728CF5D6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변경 작업은 승인·권한·감사 이력으로 통제</a:t>
            </a:r>
          </a:p>
        </p:txBody>
      </p:sp>
      <p:sp>
        <p:nvSpPr>
          <p:cNvPr id="28" name="mc2-11-3">
            <a:extLst xmlns:a="http://schemas.openxmlformats.org/drawingml/2006/main">
              <a:ext uri="{FF2B5EF4-FFF2-40B4-BE49-F238E27FC236}">
                <a16:creationId xmlns:a16="http://schemas.microsoft.com/office/drawing/2014/main" id="{9FF8EA3A-DE3A-43B4-8101-BE331B80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8A4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8A48"/>
                </a:solidFill>
                <a:latin typeface="Pretendard"/>
                <a:ea typeface="Pretendard"/>
                <a:cs typeface="Pretendard"/>
              </a:rPr>
              <a:t>안전한 실행</a:t>
            </a:r>
          </a:p>
        </p:txBody>
      </p:sp>
      <p:sp>
        <p:nvSpPr>
          <p:cNvPr id="29" name="signal-11">
            <a:extLst xmlns:a="http://schemas.openxmlformats.org/drawingml/2006/main">
              <a:ext uri="{FF2B5EF4-FFF2-40B4-BE49-F238E27FC236}">
                <a16:creationId xmlns:a16="http://schemas.microsoft.com/office/drawing/2014/main" id="{72FE0D43-76D3-4FC4-A5B4-9A50EC61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ignal-label-11">
            <a:extLst xmlns:a="http://schemas.openxmlformats.org/drawingml/2006/main">
              <a:ext uri="{FF2B5EF4-FFF2-40B4-BE49-F238E27FC236}">
                <a16:creationId xmlns:a16="http://schemas.microsoft.com/office/drawing/2014/main" id="{F05DD1D7-FF18-4FF9-A15C-09290184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IMPLEMENTATION STATUS</a:t>
            </a:r>
          </a:p>
        </p:txBody>
      </p:sp>
    </p:spTree>
    <p:extLst>
      <p:ext uri="{BB962C8B-B14F-4D97-AF65-F5344CB8AC3E}">
        <p14:creationId xmlns:p14="http://schemas.microsoft.com/office/powerpoint/2010/main" val="1448930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8EE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12">
            <a:extLst xmlns:a="http://schemas.openxmlformats.org/drawingml/2006/main">
              <a:ext uri="{FF2B5EF4-FFF2-40B4-BE49-F238E27FC236}">
                <a16:creationId xmlns:a16="http://schemas.microsoft.com/office/drawing/2014/main" id="{E9E5F7EC-1214-4DD5-B166-CED41240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accent-12">
            <a:extLst xmlns:a="http://schemas.openxmlformats.org/drawingml/2006/main">
              <a:ext uri="{FF2B5EF4-FFF2-40B4-BE49-F238E27FC236}">
                <a16:creationId xmlns:a16="http://schemas.microsoft.com/office/drawing/2014/main" id="{84BDCFD5-6C35-4CDD-A2B5-E0981573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div-no-12">
            <a:extLst xmlns:a="http://schemas.openxmlformats.org/drawingml/2006/main">
              <a:ext uri="{FF2B5EF4-FFF2-40B4-BE49-F238E27FC236}">
                <a16:creationId xmlns:a16="http://schemas.microsoft.com/office/drawing/2014/main" id="{BED99FF0-CDB8-42D8-BFBF-5AD0C23E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div-title-12">
            <a:extLst xmlns:a="http://schemas.openxmlformats.org/drawingml/2006/main">
              <a:ext uri="{FF2B5EF4-FFF2-40B4-BE49-F238E27FC236}">
                <a16:creationId xmlns:a16="http://schemas.microsoft.com/office/drawing/2014/main" id="{5D9488B7-B877-460D-AEBB-A4AEDFA5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팀 구성 및 역할</a:t>
            </a:r>
          </a:p>
        </p:txBody>
      </p:sp>
      <p:sp>
        <p:nvSpPr>
          <p:cNvPr id="5" name="div-sub-12">
            <a:extLst xmlns:a="http://schemas.openxmlformats.org/drawingml/2006/main">
              <a:ext uri="{FF2B5EF4-FFF2-40B4-BE49-F238E27FC236}">
                <a16:creationId xmlns:a16="http://schemas.microsoft.com/office/drawing/2014/main" id="{411FBC91-9A58-4F03-9389-EA917701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기능별 오너십 · 핵심 산출물 · 단계별 협업 일정</a:t>
            </a:r>
          </a:p>
        </p:txBody>
      </p:sp>
      <p:cxnSp>
        <p:nvCxnSpPr>
          <p:cNvPr id="208" name="div-line-12"/>
          <p:cNvCxnSpPr/>
          <p:nvPr/>
        </p:nvCxnSpPr>
        <p:spPr>
          <a:xfrm xmlns:a="http://schemas.openxmlformats.org/drawingml/2006/main">
            <a:off x="628650" y="53911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C8DB"/>
            </a:solidFill>
            <a:prstDash val="solid"/>
          </a:ln>
        </p:spPr>
      </p:cxnSp>
      <p:sp>
        <p:nvSpPr>
          <p:cNvPr id="7" name="div-key-12">
            <a:extLst xmlns:a="http://schemas.openxmlformats.org/drawingml/2006/main">
              <a:ext uri="{FF2B5EF4-FFF2-40B4-BE49-F238E27FC236}">
                <a16:creationId xmlns:a16="http://schemas.microsoft.com/office/drawing/2014/main" id="{D3958860-A08A-4090-AFBB-82C615CC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TEAM · ROLE · SCHEDULE</a:t>
            </a:r>
          </a:p>
        </p:txBody>
      </p:sp>
      <p:sp>
        <p:nvSpPr>
          <p:cNvPr id="8" name="div-page-12">
            <a:extLst xmlns:a="http://schemas.openxmlformats.org/drawingml/2006/main">
              <a:ext uri="{FF2B5EF4-FFF2-40B4-BE49-F238E27FC236}">
                <a16:creationId xmlns:a16="http://schemas.microsoft.com/office/drawing/2014/main" id="{C9F9D872-1FBB-4CA2-BB6F-77250772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67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pic>
        <p:nvPicPr>
          <p:cNvPr id="211" name="그림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66c72ad494845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12" name="그림 1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12bbdbd7c43b3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184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accent-13">
            <a:extLst xmlns:a="http://schemas.openxmlformats.org/drawingml/2006/main">
              <a:ext uri="{FF2B5EF4-FFF2-40B4-BE49-F238E27FC236}">
                <a16:creationId xmlns:a16="http://schemas.microsoft.com/office/drawing/2014/main" id="{E28D7E3A-FEAC-4EC3-853B-7635A932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315" name="top-rule-13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13">
            <a:extLst xmlns:a="http://schemas.openxmlformats.org/drawingml/2006/main">
              <a:ext uri="{FF2B5EF4-FFF2-40B4-BE49-F238E27FC236}">
                <a16:creationId xmlns:a16="http://schemas.microsoft.com/office/drawing/2014/main" id="{E50F9B60-FF3E-4717-9882-AD0A8742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02 프로젝트 팀 구성 및 역할</a:t>
            </a:r>
          </a:p>
        </p:txBody>
      </p:sp>
      <p:sp>
        <p:nvSpPr>
          <p:cNvPr id="4" name="section-13">
            <a:extLst xmlns:a="http://schemas.openxmlformats.org/drawingml/2006/main">
              <a:ext uri="{FF2B5EF4-FFF2-40B4-BE49-F238E27FC236}">
                <a16:creationId xmlns:a16="http://schemas.microsoft.com/office/drawing/2014/main" id="{D879847C-A10C-43B5-B115-62809CCA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TEAM</a:t>
            </a:r>
          </a:p>
        </p:txBody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81333BA7-A2C6-4A3A-BA08-070B9C57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pic>
        <p:nvPicPr>
          <p:cNvPr id="319" name="그림 29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86aa4cf764f13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320" name="그림 29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22ddf49d7419f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13">
            <a:extLst xmlns:a="http://schemas.openxmlformats.org/drawingml/2006/main">
              <a:ext uri="{FF2B5EF4-FFF2-40B4-BE49-F238E27FC236}">
                <a16:creationId xmlns:a16="http://schemas.microsoft.com/office/drawing/2014/main" id="{260D35D2-8F69-4FBD-A2BA-F6AA380E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팀 구성 및 역할</a:t>
            </a:r>
          </a:p>
        </p:txBody>
      </p:sp>
      <p:sp>
        <p:nvSpPr>
          <p:cNvPr id="9" name="sub-13">
            <a:extLst xmlns:a="http://schemas.openxmlformats.org/drawingml/2006/main">
              <a:ext uri="{FF2B5EF4-FFF2-40B4-BE49-F238E27FC236}">
                <a16:creationId xmlns:a16="http://schemas.microsoft.com/office/drawing/2014/main" id="{917F62C9-1EF6-4A1A-B9CB-17EE4692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다섯 명의 담당 영역과 핵심 산출물을 동일한 기준으로 정리</a:t>
            </a:r>
          </a:p>
        </p:txBody>
      </p:sp>
      <p:sp>
        <p:nvSpPr>
          <p:cNvPr id="33" name="signal-13">
            <a:extLst xmlns:a="http://schemas.openxmlformats.org/drawingml/2006/main">
              <a:ext uri="{FF2B5EF4-FFF2-40B4-BE49-F238E27FC236}">
                <a16:creationId xmlns:a16="http://schemas.microsoft.com/office/drawing/2014/main" id="{7EB61322-122A-4324-92F0-5CE4B41D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signal-label-13">
            <a:extLst xmlns:a="http://schemas.openxmlformats.org/drawingml/2006/main">
              <a:ext uri="{FF2B5EF4-FFF2-40B4-BE49-F238E27FC236}">
                <a16:creationId xmlns:a16="http://schemas.microsoft.com/office/drawing/2014/main" id="{2787CE77-0F98-4767-A884-99629F2D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TEAM</a:t>
            </a:r>
          </a:p>
        </p:txBody>
      </p:sp>
      <p:sp>
        <p:nvSpPr>
          <p:cNvPr id="189" name="member-accent-0">
            <a:extLst xmlns:a="http://schemas.openxmlformats.org/drawingml/2006/main">
              <a:ext uri="{FF2B5EF4-FFF2-40B4-BE49-F238E27FC236}">
                <a16:creationId xmlns:a16="http://schemas.microsoft.com/office/drawing/2014/main" id="{BE5A120B-A7F5-4419-BAA4-9A2B3397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0" name="member-index-0">
            <a:extLst xmlns:a="http://schemas.openxmlformats.org/drawingml/2006/main">
              <a:ext uri="{FF2B5EF4-FFF2-40B4-BE49-F238E27FC236}">
                <a16:creationId xmlns:a16="http://schemas.microsoft.com/office/drawing/2014/main" id="{9DD604F2-569C-4185-BF22-A125444C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324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91" name="member-area-0">
            <a:extLst xmlns:a="http://schemas.openxmlformats.org/drawingml/2006/main">
              <a:ext uri="{FF2B5EF4-FFF2-40B4-BE49-F238E27FC236}">
                <a16:creationId xmlns:a16="http://schemas.microsoft.com/office/drawing/2014/main" id="{96DD2ACB-3017-4D3C-BE18-121BAD1C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PRODUCT / RUNTIME</a:t>
            </a:r>
          </a:p>
        </p:txBody>
      </p:sp>
      <p:sp>
        <p:nvSpPr>
          <p:cNvPr id="192" name="member-name-0">
            <a:extLst xmlns:a="http://schemas.openxmlformats.org/drawingml/2006/main">
              <a:ext uri="{FF2B5EF4-FFF2-40B4-BE49-F238E27FC236}">
                <a16:creationId xmlns:a16="http://schemas.microsoft.com/office/drawing/2014/main" id="{44D46468-8F05-4F05-A0FF-552DE6A2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임준</a:t>
            </a:r>
          </a:p>
        </p:txBody>
      </p:sp>
      <p:sp>
        <p:nvSpPr>
          <p:cNvPr id="193" name="member-rule-0">
            <a:extLst xmlns:a="http://schemas.openxmlformats.org/drawingml/2006/main">
              <a:ext uri="{FF2B5EF4-FFF2-40B4-BE49-F238E27FC236}">
                <a16:creationId xmlns:a16="http://schemas.microsoft.com/office/drawing/2014/main" id="{7DB82593-5C21-4455-8F10-CFC1D599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4" name="member-role-label-0">
            <a:extLst xmlns:a="http://schemas.openxmlformats.org/drawingml/2006/main">
              <a:ext uri="{FF2B5EF4-FFF2-40B4-BE49-F238E27FC236}">
                <a16:creationId xmlns:a16="http://schemas.microsoft.com/office/drawing/2014/main" id="{4AD4CF5F-4E92-4E88-A970-FC2DC78B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담당 영역</a:t>
            </a:r>
          </a:p>
        </p:txBody>
      </p:sp>
      <p:sp>
        <p:nvSpPr>
          <p:cNvPr id="195" name="member-role-0">
            <a:extLst xmlns:a="http://schemas.openxmlformats.org/drawingml/2006/main">
              <a:ext uri="{FF2B5EF4-FFF2-40B4-BE49-F238E27FC236}">
                <a16:creationId xmlns:a16="http://schemas.microsoft.com/office/drawing/2014/main" id="{A03DC42B-FDF0-45DC-909C-96148B09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PM · Runtime/HITL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통합 · 배포</a:t>
            </a:r>
          </a:p>
        </p:txBody>
      </p:sp>
      <p:sp>
        <p:nvSpPr>
          <p:cNvPr id="196" name="member-output-label-0">
            <a:extLst xmlns:a="http://schemas.openxmlformats.org/drawingml/2006/main">
              <a:ext uri="{FF2B5EF4-FFF2-40B4-BE49-F238E27FC236}">
                <a16:creationId xmlns:a16="http://schemas.microsoft.com/office/drawing/2014/main" id="{B34D078A-2499-4957-A939-14C48269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핵심 산출물</a:t>
            </a:r>
          </a:p>
        </p:txBody>
      </p:sp>
      <p:sp>
        <p:nvSpPr>
          <p:cNvPr id="197" name="member-output-0">
            <a:extLst xmlns:a="http://schemas.openxmlformats.org/drawingml/2006/main">
              <a:ext uri="{FF2B5EF4-FFF2-40B4-BE49-F238E27FC236}">
                <a16:creationId xmlns:a16="http://schemas.microsoft.com/office/drawing/2014/main" id="{4BD0CC16-5EA4-4AC8-A800-B5C6516E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HITL 통합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배포·시연 기준</a:t>
            </a:r>
          </a:p>
        </p:txBody>
      </p:sp>
      <p:sp>
        <p:nvSpPr>
          <p:cNvPr id="198" name="member-separator-0">
            <a:extLst xmlns:a="http://schemas.openxmlformats.org/drawingml/2006/main">
              <a:ext uri="{FF2B5EF4-FFF2-40B4-BE49-F238E27FC236}">
                <a16:creationId xmlns:a16="http://schemas.microsoft.com/office/drawing/2014/main" id="{EED72C4B-6967-4AFB-BD57-516C3E96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719" y="2324100"/>
            <a:ext cx="95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9" name="member-accent-1">
            <a:extLst xmlns:a="http://schemas.openxmlformats.org/drawingml/2006/main">
              <a:ext uri="{FF2B5EF4-FFF2-40B4-BE49-F238E27FC236}">
                <a16:creationId xmlns:a16="http://schemas.microsoft.com/office/drawing/2014/main" id="{2E4A94A2-FC01-45DC-8D43-F6A44EFE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21526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0" name="member-index-1">
            <a:extLst xmlns:a="http://schemas.openxmlformats.org/drawingml/2006/main">
              <a:ext uri="{FF2B5EF4-FFF2-40B4-BE49-F238E27FC236}">
                <a16:creationId xmlns:a16="http://schemas.microsoft.com/office/drawing/2014/main" id="{3BEA86D7-7376-4547-AB74-3DA1891C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838" y="2324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01" name="member-area-1">
            <a:extLst xmlns:a="http://schemas.openxmlformats.org/drawingml/2006/main">
              <a:ext uri="{FF2B5EF4-FFF2-40B4-BE49-F238E27FC236}">
                <a16:creationId xmlns:a16="http://schemas.microsoft.com/office/drawing/2014/main" id="{E1098F2E-D40A-4EDE-B637-E849FF47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23431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AGENT / EVAL</a:t>
            </a:r>
          </a:p>
        </p:txBody>
      </p:sp>
      <p:sp>
        <p:nvSpPr>
          <p:cNvPr id="202" name="member-name-1">
            <a:extLst xmlns:a="http://schemas.openxmlformats.org/drawingml/2006/main">
              <a:ext uri="{FF2B5EF4-FFF2-40B4-BE49-F238E27FC236}">
                <a16:creationId xmlns:a16="http://schemas.microsoft.com/office/drawing/2014/main" id="{5E6C365E-90D2-4A99-AF8F-A50CCA9D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27432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김지훈</a:t>
            </a:r>
          </a:p>
        </p:txBody>
      </p:sp>
      <p:sp>
        <p:nvSpPr>
          <p:cNvPr id="203" name="member-rule-1">
            <a:extLst xmlns:a="http://schemas.openxmlformats.org/drawingml/2006/main">
              <a:ext uri="{FF2B5EF4-FFF2-40B4-BE49-F238E27FC236}">
                <a16:creationId xmlns:a16="http://schemas.microsoft.com/office/drawing/2014/main" id="{687A8F02-3AFB-439D-A953-8F5407FD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327660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4" name="member-role-label-1">
            <a:extLst xmlns:a="http://schemas.openxmlformats.org/drawingml/2006/main">
              <a:ext uri="{FF2B5EF4-FFF2-40B4-BE49-F238E27FC236}">
                <a16:creationId xmlns:a16="http://schemas.microsoft.com/office/drawing/2014/main" id="{D42E5A2C-C15D-4400-9E5F-52DE9F6A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3524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FE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5F6FE8"/>
                </a:solidFill>
                <a:latin typeface="Pretendard"/>
                <a:ea typeface="Pretendard"/>
                <a:cs typeface="Pretendard"/>
              </a:rPr>
              <a:t>담당 영역</a:t>
            </a:r>
          </a:p>
        </p:txBody>
      </p:sp>
      <p:sp>
        <p:nvSpPr>
          <p:cNvPr id="205" name="member-role-1">
            <a:extLst xmlns:a="http://schemas.openxmlformats.org/drawingml/2006/main">
              <a:ext uri="{FF2B5EF4-FFF2-40B4-BE49-F238E27FC236}">
                <a16:creationId xmlns:a16="http://schemas.microsoft.com/office/drawing/2014/main" id="{167A8EB1-6E27-462D-B9CB-0872BCCF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38100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Agent Builder · Runtime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Evaluation · Chat</a:t>
            </a:r>
          </a:p>
        </p:txBody>
      </p:sp>
      <p:sp>
        <p:nvSpPr>
          <p:cNvPr id="206" name="member-output-label-1">
            <a:extLst xmlns:a="http://schemas.openxmlformats.org/drawingml/2006/main">
              <a:ext uri="{FF2B5EF4-FFF2-40B4-BE49-F238E27FC236}">
                <a16:creationId xmlns:a16="http://schemas.microsoft.com/office/drawing/2014/main" id="{19DAE3BE-6F3C-4485-8C14-C51C862C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46101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핵심 산출물</a:t>
            </a:r>
          </a:p>
        </p:txBody>
      </p:sp>
      <p:sp>
        <p:nvSpPr>
          <p:cNvPr id="207" name="member-output-1">
            <a:extLst xmlns:a="http://schemas.openxmlformats.org/drawingml/2006/main">
              <a:ext uri="{FF2B5EF4-FFF2-40B4-BE49-F238E27FC236}">
                <a16:creationId xmlns:a16="http://schemas.microsoft.com/office/drawing/2014/main" id="{C15A8FCF-FD3D-4470-8409-A8FECCF4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8" y="48958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Agent Builder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평가·관측성</a:t>
            </a:r>
          </a:p>
        </p:txBody>
      </p:sp>
      <p:sp>
        <p:nvSpPr>
          <p:cNvPr id="208" name="member-separator-1">
            <a:extLst xmlns:a="http://schemas.openxmlformats.org/drawingml/2006/main">
              <a:ext uri="{FF2B5EF4-FFF2-40B4-BE49-F238E27FC236}">
                <a16:creationId xmlns:a16="http://schemas.microsoft.com/office/drawing/2014/main" id="{0E53B081-C901-49DA-BCF3-34D8CA79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906" y="2324100"/>
            <a:ext cx="95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9" name="member-accent-2">
            <a:extLst xmlns:a="http://schemas.openxmlformats.org/drawingml/2006/main">
              <a:ext uri="{FF2B5EF4-FFF2-40B4-BE49-F238E27FC236}">
                <a16:creationId xmlns:a16="http://schemas.microsoft.com/office/drawing/2014/main" id="{B7DE475D-31EC-4EF4-8D4F-58F8C2B8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526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0" name="member-index-2">
            <a:extLst xmlns:a="http://schemas.openxmlformats.org/drawingml/2006/main">
              <a:ext uri="{FF2B5EF4-FFF2-40B4-BE49-F238E27FC236}">
                <a16:creationId xmlns:a16="http://schemas.microsoft.com/office/drawing/2014/main" id="{BAACB2EC-86B9-4323-B40A-070D34DE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24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1" name="member-area-2">
            <a:extLst xmlns:a="http://schemas.openxmlformats.org/drawingml/2006/main">
              <a:ext uri="{FF2B5EF4-FFF2-40B4-BE49-F238E27FC236}">
                <a16:creationId xmlns:a16="http://schemas.microsoft.com/office/drawing/2014/main" id="{631FB96A-3FCA-4010-B7B6-9C62149D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431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FRONTEND</a:t>
            </a:r>
          </a:p>
        </p:txBody>
      </p:sp>
      <p:sp>
        <p:nvSpPr>
          <p:cNvPr id="212" name="member-name-2">
            <a:extLst xmlns:a="http://schemas.openxmlformats.org/drawingml/2006/main">
              <a:ext uri="{FF2B5EF4-FFF2-40B4-BE49-F238E27FC236}">
                <a16:creationId xmlns:a16="http://schemas.microsoft.com/office/drawing/2014/main" id="{E31C7A7A-04C4-4E5E-88A7-6FB4EDF6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7432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임준억</a:t>
            </a:r>
          </a:p>
        </p:txBody>
      </p:sp>
      <p:sp>
        <p:nvSpPr>
          <p:cNvPr id="213" name="member-rule-2">
            <a:extLst xmlns:a="http://schemas.openxmlformats.org/drawingml/2006/main">
              <a:ext uri="{FF2B5EF4-FFF2-40B4-BE49-F238E27FC236}">
                <a16:creationId xmlns:a16="http://schemas.microsoft.com/office/drawing/2014/main" id="{14C2A46D-EFB2-4D67-A6EC-ABCA3494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27660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4" name="member-role-label-2">
            <a:extLst xmlns:a="http://schemas.openxmlformats.org/drawingml/2006/main">
              <a:ext uri="{FF2B5EF4-FFF2-40B4-BE49-F238E27FC236}">
                <a16:creationId xmlns:a16="http://schemas.microsoft.com/office/drawing/2014/main" id="{E60D7E10-38B6-4A72-91F6-2C7C4083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524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2B92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2B92B"/>
                </a:solidFill>
                <a:latin typeface="Pretendard"/>
                <a:ea typeface="Pretendard"/>
                <a:cs typeface="Pretendard"/>
              </a:rPr>
              <a:t>담당 영역</a:t>
            </a:r>
          </a:p>
        </p:txBody>
      </p:sp>
      <p:sp>
        <p:nvSpPr>
          <p:cNvPr id="215" name="member-role-2">
            <a:extLst xmlns:a="http://schemas.openxmlformats.org/drawingml/2006/main">
              <a:ext uri="{FF2B5EF4-FFF2-40B4-BE49-F238E27FC236}">
                <a16:creationId xmlns:a16="http://schemas.microsoft.com/office/drawing/2014/main" id="{2F86E7F7-D50F-493F-91D4-31FF13DB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8100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Chat UX · 작업 과정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출처 · 결과 표시</a:t>
            </a:r>
          </a:p>
        </p:txBody>
      </p:sp>
      <p:sp>
        <p:nvSpPr>
          <p:cNvPr id="216" name="member-output-label-2">
            <a:extLst xmlns:a="http://schemas.openxmlformats.org/drawingml/2006/main">
              <a:ext uri="{FF2B5EF4-FFF2-40B4-BE49-F238E27FC236}">
                <a16:creationId xmlns:a16="http://schemas.microsoft.com/office/drawing/2014/main" id="{8BB77255-EDA4-4070-836A-2EB6BF70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101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핵심 산출물</a:t>
            </a:r>
          </a:p>
        </p:txBody>
      </p:sp>
      <p:sp>
        <p:nvSpPr>
          <p:cNvPr id="217" name="member-output-2">
            <a:extLst xmlns:a="http://schemas.openxmlformats.org/drawingml/2006/main">
              <a:ext uri="{FF2B5EF4-FFF2-40B4-BE49-F238E27FC236}">
                <a16:creationId xmlns:a16="http://schemas.microsoft.com/office/drawing/2014/main" id="{0C63CB88-3276-4AC9-A06E-0D3A802F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8958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작업 과정 UI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출처·결과 표현</a:t>
            </a:r>
          </a:p>
        </p:txBody>
      </p:sp>
      <p:sp>
        <p:nvSpPr>
          <p:cNvPr id="218" name="member-separator-2">
            <a:extLst xmlns:a="http://schemas.openxmlformats.org/drawingml/2006/main">
              <a:ext uri="{FF2B5EF4-FFF2-40B4-BE49-F238E27FC236}">
                <a16:creationId xmlns:a16="http://schemas.microsoft.com/office/drawing/2014/main" id="{22BAE65F-27E5-4884-91A0-B31BD8F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094" y="2324100"/>
            <a:ext cx="95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9" name="member-accent-3">
            <a:extLst xmlns:a="http://schemas.openxmlformats.org/drawingml/2006/main">
              <a:ext uri="{FF2B5EF4-FFF2-40B4-BE49-F238E27FC236}">
                <a16:creationId xmlns:a16="http://schemas.microsoft.com/office/drawing/2014/main" id="{798CC09B-3201-478E-9735-44D67CF5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21526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8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0" name="member-index-3">
            <a:extLst xmlns:a="http://schemas.openxmlformats.org/drawingml/2006/main">
              <a:ext uri="{FF2B5EF4-FFF2-40B4-BE49-F238E27FC236}">
                <a16:creationId xmlns:a16="http://schemas.microsoft.com/office/drawing/2014/main" id="{14C7565A-75FB-4BF7-9378-73CB76C9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2324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1" name="member-area-3">
            <a:extLst xmlns:a="http://schemas.openxmlformats.org/drawingml/2006/main">
              <a:ext uri="{FF2B5EF4-FFF2-40B4-BE49-F238E27FC236}">
                <a16:creationId xmlns:a16="http://schemas.microsoft.com/office/drawing/2014/main" id="{A4CF3329-7F80-4B40-838B-F1652819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23431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BACKEND</a:t>
            </a:r>
          </a:p>
        </p:txBody>
      </p:sp>
      <p:sp>
        <p:nvSpPr>
          <p:cNvPr id="222" name="member-name-3">
            <a:extLst xmlns:a="http://schemas.openxmlformats.org/drawingml/2006/main">
              <a:ext uri="{FF2B5EF4-FFF2-40B4-BE49-F238E27FC236}">
                <a16:creationId xmlns:a16="http://schemas.microsoft.com/office/drawing/2014/main" id="{48C3D7AE-B277-40C9-9222-3F491BEB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27432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성주연</a:t>
            </a:r>
          </a:p>
        </p:txBody>
      </p:sp>
      <p:sp>
        <p:nvSpPr>
          <p:cNvPr id="223" name="member-rule-3">
            <a:extLst xmlns:a="http://schemas.openxmlformats.org/drawingml/2006/main">
              <a:ext uri="{FF2B5EF4-FFF2-40B4-BE49-F238E27FC236}">
                <a16:creationId xmlns:a16="http://schemas.microsoft.com/office/drawing/2014/main" id="{186F0E88-B281-4937-A218-65D165C1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327660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4" name="member-role-label-3">
            <a:extLst xmlns:a="http://schemas.openxmlformats.org/drawingml/2006/main">
              <a:ext uri="{FF2B5EF4-FFF2-40B4-BE49-F238E27FC236}">
                <a16:creationId xmlns:a16="http://schemas.microsoft.com/office/drawing/2014/main" id="{60EDB6AD-796E-4F6F-BDA9-6D45E39E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3524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2C893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32C893"/>
                </a:solidFill>
                <a:latin typeface="Pretendard"/>
                <a:ea typeface="Pretendard"/>
                <a:cs typeface="Pretendard"/>
              </a:rPr>
              <a:t>담당 영역</a:t>
            </a:r>
          </a:p>
        </p:txBody>
      </p:sp>
      <p:sp>
        <p:nvSpPr>
          <p:cNvPr id="225" name="member-role-3">
            <a:extLst xmlns:a="http://schemas.openxmlformats.org/drawingml/2006/main">
              <a:ext uri="{FF2B5EF4-FFF2-40B4-BE49-F238E27FC236}">
                <a16:creationId xmlns:a16="http://schemas.microsoft.com/office/drawing/2014/main" id="{D81CB81F-7AE0-4926-ADF5-0D9C527C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38100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Django API · DB · Ops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Skills · 승인 정책</a:t>
            </a:r>
          </a:p>
        </p:txBody>
      </p:sp>
      <p:sp>
        <p:nvSpPr>
          <p:cNvPr id="226" name="member-output-label-3">
            <a:extLst xmlns:a="http://schemas.openxmlformats.org/drawingml/2006/main">
              <a:ext uri="{FF2B5EF4-FFF2-40B4-BE49-F238E27FC236}">
                <a16:creationId xmlns:a16="http://schemas.microsoft.com/office/drawing/2014/main" id="{3D091AB4-9AB7-4068-A5D3-77A5F0D2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46101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핵심 산출물</a:t>
            </a:r>
          </a:p>
        </p:txBody>
      </p:sp>
      <p:sp>
        <p:nvSpPr>
          <p:cNvPr id="227" name="member-output-3">
            <a:extLst xmlns:a="http://schemas.openxmlformats.org/drawingml/2006/main">
              <a:ext uri="{FF2B5EF4-FFF2-40B4-BE49-F238E27FC236}">
                <a16:creationId xmlns:a16="http://schemas.microsoft.com/office/drawing/2014/main" id="{0FD1B1ED-8051-4203-903D-F77D6BB5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013" y="48958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Ops·Skills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승인·재실행 통제</a:t>
            </a:r>
          </a:p>
        </p:txBody>
      </p:sp>
      <p:sp>
        <p:nvSpPr>
          <p:cNvPr id="228" name="member-separator-3">
            <a:extLst xmlns:a="http://schemas.openxmlformats.org/drawingml/2006/main">
              <a:ext uri="{FF2B5EF4-FFF2-40B4-BE49-F238E27FC236}">
                <a16:creationId xmlns:a16="http://schemas.microsoft.com/office/drawing/2014/main" id="{6CF3D8AA-8458-40F9-8C24-1DE31C7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281" y="2324100"/>
            <a:ext cx="95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9" name="member-accent-4">
            <a:extLst xmlns:a="http://schemas.openxmlformats.org/drawingml/2006/main">
              <a:ext uri="{FF2B5EF4-FFF2-40B4-BE49-F238E27FC236}">
                <a16:creationId xmlns:a16="http://schemas.microsoft.com/office/drawing/2014/main" id="{EC3A4CB8-8A53-4D6F-8BC8-0728EBAC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526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0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0" name="member-index-4">
            <a:extLst xmlns:a="http://schemas.openxmlformats.org/drawingml/2006/main">
              <a:ext uri="{FF2B5EF4-FFF2-40B4-BE49-F238E27FC236}">
                <a16:creationId xmlns:a16="http://schemas.microsoft.com/office/drawing/2014/main" id="{854F4733-D659-455F-B68B-600D4FE1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324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A5ADBA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31" name="member-area-4">
            <a:extLst xmlns:a="http://schemas.openxmlformats.org/drawingml/2006/main">
              <a:ext uri="{FF2B5EF4-FFF2-40B4-BE49-F238E27FC236}">
                <a16:creationId xmlns:a16="http://schemas.microsoft.com/office/drawing/2014/main" id="{E0E3BA75-41DD-4D3F-BA25-E6800B97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431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AI / DATA</a:t>
            </a:r>
          </a:p>
        </p:txBody>
      </p:sp>
      <p:sp>
        <p:nvSpPr>
          <p:cNvPr id="232" name="member-name-4">
            <a:extLst xmlns:a="http://schemas.openxmlformats.org/drawingml/2006/main">
              <a:ext uri="{FF2B5EF4-FFF2-40B4-BE49-F238E27FC236}">
                <a16:creationId xmlns:a16="http://schemas.microsoft.com/office/drawing/2014/main" id="{EC4A3920-587D-45E4-BD7E-BDCF0AEB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최원빈</a:t>
            </a:r>
          </a:p>
        </p:txBody>
      </p:sp>
      <p:sp>
        <p:nvSpPr>
          <p:cNvPr id="233" name="member-rule-4">
            <a:extLst xmlns:a="http://schemas.openxmlformats.org/drawingml/2006/main">
              <a:ext uri="{FF2B5EF4-FFF2-40B4-BE49-F238E27FC236}">
                <a16:creationId xmlns:a16="http://schemas.microsoft.com/office/drawing/2014/main" id="{4E9FBB6E-AC54-455D-9025-506E4EE3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7660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4" name="member-role-label-4">
            <a:extLst xmlns:a="http://schemas.openxmlformats.org/drawingml/2006/main">
              <a:ext uri="{FF2B5EF4-FFF2-40B4-BE49-F238E27FC236}">
                <a16:creationId xmlns:a16="http://schemas.microsoft.com/office/drawing/2014/main" id="{6FC4BEBD-79BC-43B4-8DB9-D5FC0AB8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24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804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8042"/>
                </a:solidFill>
                <a:latin typeface="Pretendard"/>
                <a:ea typeface="Pretendard"/>
                <a:cs typeface="Pretendard"/>
              </a:rPr>
              <a:t>담당 영역</a:t>
            </a:r>
          </a:p>
        </p:txBody>
      </p:sp>
      <p:sp>
        <p:nvSpPr>
          <p:cNvPr id="235" name="member-role-4">
            <a:extLst xmlns:a="http://schemas.openxmlformats.org/drawingml/2006/main">
              <a:ext uri="{FF2B5EF4-FFF2-40B4-BE49-F238E27FC236}">
                <a16:creationId xmlns:a16="http://schemas.microsoft.com/office/drawing/2014/main" id="{0DB2371F-18CC-4B15-B147-9D563B1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100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문서 파싱 · 임베딩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0283A"/>
                </a:solidFill>
                <a:latin typeface="Pretendard"/>
                <a:ea typeface="Pretendard"/>
                <a:cs typeface="Pretendard"/>
              </a:rPr>
              <a:t>업무 추출 파이프라인</a:t>
            </a:r>
          </a:p>
        </p:txBody>
      </p:sp>
      <p:sp>
        <p:nvSpPr>
          <p:cNvPr id="236" name="member-output-label-4">
            <a:extLst xmlns:a="http://schemas.openxmlformats.org/drawingml/2006/main">
              <a:ext uri="{FF2B5EF4-FFF2-40B4-BE49-F238E27FC236}">
                <a16:creationId xmlns:a16="http://schemas.microsoft.com/office/drawing/2014/main" id="{DEC2BC5F-0EDE-4A89-993D-F3AA4665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101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97488"/>
                </a:solidFill>
                <a:latin typeface="Pretendard"/>
                <a:ea typeface="Pretendard"/>
                <a:cs typeface="Pretendard"/>
              </a:rPr>
              <a:t>핵심 산출물</a:t>
            </a:r>
          </a:p>
        </p:txBody>
      </p:sp>
      <p:sp>
        <p:nvSpPr>
          <p:cNvPr id="237" name="member-output-4">
            <a:extLst xmlns:a="http://schemas.openxmlformats.org/drawingml/2006/main">
              <a:ext uri="{FF2B5EF4-FFF2-40B4-BE49-F238E27FC236}">
                <a16:creationId xmlns:a16="http://schemas.microsoft.com/office/drawing/2014/main" id="{90087F56-9F23-4278-899D-6AB9DCC4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958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RunPod 연동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문서 처리 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15616746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accent-14">
            <a:extLst xmlns:a="http://schemas.openxmlformats.org/drawingml/2006/main">
              <a:ext uri="{FF2B5EF4-FFF2-40B4-BE49-F238E27FC236}">
                <a16:creationId xmlns:a16="http://schemas.microsoft.com/office/drawing/2014/main" id="{DADDE27F-FE15-45AB-8007-A83B07FB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96" name="top-rule-14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14">
            <a:extLst xmlns:a="http://schemas.openxmlformats.org/drawingml/2006/main">
              <a:ext uri="{FF2B5EF4-FFF2-40B4-BE49-F238E27FC236}">
                <a16:creationId xmlns:a16="http://schemas.microsoft.com/office/drawing/2014/main" id="{644EF851-8BDD-471C-98DB-0ADA9093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02 프로젝트 팀 구성 및 역할</a:t>
            </a:r>
          </a:p>
        </p:txBody>
      </p:sp>
      <p:sp>
        <p:nvSpPr>
          <p:cNvPr id="4" name="section-14">
            <a:extLst xmlns:a="http://schemas.openxmlformats.org/drawingml/2006/main">
              <a:ext uri="{FF2B5EF4-FFF2-40B4-BE49-F238E27FC236}">
                <a16:creationId xmlns:a16="http://schemas.microsoft.com/office/drawing/2014/main" id="{22986F63-9143-45F3-B08E-3A5AE8A8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SCHEDULE</a:t>
            </a:r>
          </a:p>
        </p:txBody>
      </p:sp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E72E9641-3444-4D4B-B1D9-A1EC5435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pic>
        <p:nvPicPr>
          <p:cNvPr id="200" name="그림 1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010ebdaca4e82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01" name="그림 17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910e14761479a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14">
            <a:extLst xmlns:a="http://schemas.openxmlformats.org/drawingml/2006/main">
              <a:ext uri="{FF2B5EF4-FFF2-40B4-BE49-F238E27FC236}">
                <a16:creationId xmlns:a16="http://schemas.microsoft.com/office/drawing/2014/main" id="{F2A6B4C2-1DC7-4F64-B7AB-6C3B012F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설계에서 운영 검증까지의 구현 과정</a:t>
            </a:r>
          </a:p>
        </p:txBody>
      </p:sp>
      <p:sp>
        <p:nvSpPr>
          <p:cNvPr id="9" name="sub-14">
            <a:extLst xmlns:a="http://schemas.openxmlformats.org/drawingml/2006/main">
              <a:ext uri="{FF2B5EF4-FFF2-40B4-BE49-F238E27FC236}">
                <a16:creationId xmlns:a16="http://schemas.microsoft.com/office/drawing/2014/main" id="{05D58283-48DF-471A-B4BA-DD528D10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기반 구축·기능 통합·안전 통제·평가를 연속된 작업 흐름으로 정리</a:t>
            </a:r>
          </a:p>
        </p:txBody>
      </p:sp>
      <p:sp>
        <p:nvSpPr>
          <p:cNvPr id="12" name="time-14-0">
            <a:extLst xmlns:a="http://schemas.openxmlformats.org/drawingml/2006/main">
              <a:ext uri="{FF2B5EF4-FFF2-40B4-BE49-F238E27FC236}">
                <a16:creationId xmlns:a16="http://schemas.microsoft.com/office/drawing/2014/main" id="{651DDBFC-07B8-4DB2-B059-983D5DD6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95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3" name="time-label-14-0">
            <a:extLst xmlns:a="http://schemas.openxmlformats.org/drawingml/2006/main">
              <a:ext uri="{FF2B5EF4-FFF2-40B4-BE49-F238E27FC236}">
                <a16:creationId xmlns:a16="http://schemas.microsoft.com/office/drawing/2014/main" id="{500755D6-43CF-4510-97DB-65DF198E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003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요구사항·구조 설계</a:t>
            </a:r>
          </a:p>
        </p:txBody>
      </p:sp>
      <p:sp>
        <p:nvSpPr>
          <p:cNvPr id="15" name="time-14-1">
            <a:extLst xmlns:a="http://schemas.openxmlformats.org/drawingml/2006/main">
              <a:ext uri="{FF2B5EF4-FFF2-40B4-BE49-F238E27FC236}">
                <a16:creationId xmlns:a16="http://schemas.microsoft.com/office/drawing/2014/main" id="{F60B901D-6DFF-425F-9995-E03AAEC0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052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3E86D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E86D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time-label-14-1">
            <a:extLst xmlns:a="http://schemas.openxmlformats.org/drawingml/2006/main">
              <a:ext uri="{FF2B5EF4-FFF2-40B4-BE49-F238E27FC236}">
                <a16:creationId xmlns:a16="http://schemas.microsoft.com/office/drawing/2014/main" id="{91ABE5FA-5E3C-4515-A5D6-C44DD6EE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10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기반 환경 구축</a:t>
            </a:r>
          </a:p>
        </p:txBody>
      </p:sp>
      <p:sp>
        <p:nvSpPr>
          <p:cNvPr id="18" name="time-14-2">
            <a:extLst xmlns:a="http://schemas.openxmlformats.org/drawingml/2006/main">
              <a:ext uri="{FF2B5EF4-FFF2-40B4-BE49-F238E27FC236}">
                <a16:creationId xmlns:a16="http://schemas.microsoft.com/office/drawing/2014/main" id="{2CC208D1-4CBE-4C86-9790-22711DB9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095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5F6FE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5F6FE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ime-label-14-2">
            <a:extLst xmlns:a="http://schemas.openxmlformats.org/drawingml/2006/main">
              <a:ext uri="{FF2B5EF4-FFF2-40B4-BE49-F238E27FC236}">
                <a16:creationId xmlns:a16="http://schemas.microsoft.com/office/drawing/2014/main" id="{E0ED7210-9F53-4404-B364-FEED26BA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4003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문서·업무 파이프라인</a:t>
            </a:r>
          </a:p>
        </p:txBody>
      </p:sp>
      <p:sp>
        <p:nvSpPr>
          <p:cNvPr id="21" name="time-14-3">
            <a:extLst xmlns:a="http://schemas.openxmlformats.org/drawingml/2006/main">
              <a:ext uri="{FF2B5EF4-FFF2-40B4-BE49-F238E27FC236}">
                <a16:creationId xmlns:a16="http://schemas.microsoft.com/office/drawing/2014/main" id="{8826A140-DACC-41AA-B415-DB6C2C6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052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4A9DC5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4A9DC5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ime-label-14-3">
            <a:extLst xmlns:a="http://schemas.openxmlformats.org/drawingml/2006/main">
              <a:ext uri="{FF2B5EF4-FFF2-40B4-BE49-F238E27FC236}">
                <a16:creationId xmlns:a16="http://schemas.microsoft.com/office/drawing/2014/main" id="{DEC78760-A0CA-421D-B49F-501E4DAA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210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Builder·Runtime 구현</a:t>
            </a:r>
          </a:p>
        </p:txBody>
      </p:sp>
      <p:sp>
        <p:nvSpPr>
          <p:cNvPr id="24" name="time-14-4">
            <a:extLst xmlns:a="http://schemas.openxmlformats.org/drawingml/2006/main">
              <a:ext uri="{FF2B5EF4-FFF2-40B4-BE49-F238E27FC236}">
                <a16:creationId xmlns:a16="http://schemas.microsoft.com/office/drawing/2014/main" id="{7239D5BD-0A3D-4CDC-AB99-79508071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955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32C893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32C893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time-label-14-4">
            <a:extLst xmlns:a="http://schemas.openxmlformats.org/drawingml/2006/main">
              <a:ext uri="{FF2B5EF4-FFF2-40B4-BE49-F238E27FC236}">
                <a16:creationId xmlns:a16="http://schemas.microsoft.com/office/drawing/2014/main" id="{BBEA89EE-DF6C-41CB-9B5B-A5370ED3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4003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승인·통제·Skills</a:t>
            </a:r>
          </a:p>
        </p:txBody>
      </p:sp>
      <p:sp>
        <p:nvSpPr>
          <p:cNvPr id="27" name="time-14-5">
            <a:extLst xmlns:a="http://schemas.openxmlformats.org/drawingml/2006/main">
              <a:ext uri="{FF2B5EF4-FFF2-40B4-BE49-F238E27FC236}">
                <a16:creationId xmlns:a16="http://schemas.microsoft.com/office/drawing/2014/main" id="{440EDB9F-4613-44CB-827E-0A49856A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9052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2B92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F2B92B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8" name="time-label-14-5">
            <a:extLst xmlns:a="http://schemas.openxmlformats.org/drawingml/2006/main">
              <a:ext uri="{FF2B5EF4-FFF2-40B4-BE49-F238E27FC236}">
                <a16:creationId xmlns:a16="http://schemas.microsoft.com/office/drawing/2014/main" id="{D70586EE-07C1-4B91-B3D1-952715A3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210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0B1224"/>
                </a:solidFill>
                <a:latin typeface="Pretendard"/>
                <a:ea typeface="Pretendard"/>
                <a:cs typeface="Pretendard"/>
              </a:rPr>
              <a:t>통합 검증·발표 준비</a:t>
            </a:r>
          </a:p>
        </p:txBody>
      </p:sp>
      <p:sp>
        <p:nvSpPr>
          <p:cNvPr id="29" name="signal-14">
            <a:extLst xmlns:a="http://schemas.openxmlformats.org/drawingml/2006/main">
              <a:ext uri="{FF2B5EF4-FFF2-40B4-BE49-F238E27FC236}">
                <a16:creationId xmlns:a16="http://schemas.microsoft.com/office/drawing/2014/main" id="{15EB7FB6-12DF-4D5B-88D7-D973DF12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ignal-label-14">
            <a:extLst xmlns:a="http://schemas.openxmlformats.org/drawingml/2006/main">
              <a:ext uri="{FF2B5EF4-FFF2-40B4-BE49-F238E27FC236}">
                <a16:creationId xmlns:a16="http://schemas.microsoft.com/office/drawing/2014/main" id="{30B1F8B4-100D-4152-87FA-D23D6E5A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IMPLEMENTATION FLOW</a:t>
            </a:r>
          </a:p>
        </p:txBody>
      </p:sp>
      <p:sp>
        <p:nvSpPr>
          <p:cNvPr id="103" name="time-detail-14-0">
            <a:extLst xmlns:a="http://schemas.openxmlformats.org/drawingml/2006/main">
              <a:ext uri="{FF2B5EF4-FFF2-40B4-BE49-F238E27FC236}">
                <a16:creationId xmlns:a16="http://schemas.microsoft.com/office/drawing/2014/main" id="{F6B7309E-64E1-4639-8932-58175DAD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43200"/>
            <a:ext cx="179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사용자 흐름·업무 범위</a:t>
            </a:r>
          </a:p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ERD·API·화면 구조</a:t>
            </a:r>
          </a:p>
        </p:txBody>
      </p:sp>
      <p:sp>
        <p:nvSpPr>
          <p:cNvPr id="104" name="time-detail-14-1">
            <a:extLst xmlns:a="http://schemas.openxmlformats.org/drawingml/2006/main">
              <a:ext uri="{FF2B5EF4-FFF2-40B4-BE49-F238E27FC236}">
                <a16:creationId xmlns:a16="http://schemas.microsoft.com/office/drawing/2014/main" id="{3E7A682C-B80A-4C8B-8447-800D30A2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5529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Django · PostgreSQL</a:t>
            </a:r>
          </a:p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인증 · 팀 권한 · Ops</a:t>
            </a:r>
          </a:p>
        </p:txBody>
      </p:sp>
      <p:sp>
        <p:nvSpPr>
          <p:cNvPr id="105" name="time-detail-14-2">
            <a:extLst xmlns:a="http://schemas.openxmlformats.org/drawingml/2006/main">
              <a:ext uri="{FF2B5EF4-FFF2-40B4-BE49-F238E27FC236}">
                <a16:creationId xmlns:a16="http://schemas.microsoft.com/office/drawing/2014/main" id="{52265FA9-6AE6-4A1C-81E8-3775C748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743200"/>
            <a:ext cx="179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Docling · 표 · 이미지 보정</a:t>
            </a:r>
          </a:p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768차원 · Hybrid 검색</a:t>
            </a:r>
          </a:p>
        </p:txBody>
      </p:sp>
      <p:sp>
        <p:nvSpPr>
          <p:cNvPr id="106" name="time-detail-14-3">
            <a:extLst xmlns:a="http://schemas.openxmlformats.org/drawingml/2006/main">
              <a:ext uri="{FF2B5EF4-FFF2-40B4-BE49-F238E27FC236}">
                <a16:creationId xmlns:a16="http://schemas.microsoft.com/office/drawing/2014/main" id="{3029335B-03BD-4FA0-83A1-5B4643CA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5529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Builder · 도구 32종</a:t>
            </a:r>
          </a:p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Runtime · Streaming</a:t>
            </a:r>
          </a:p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Memory · 버전 관리</a:t>
            </a:r>
          </a:p>
        </p:txBody>
      </p:sp>
      <p:sp>
        <p:nvSpPr>
          <p:cNvPr id="107" name="time-detail-14-4">
            <a:extLst xmlns:a="http://schemas.openxmlformats.org/drawingml/2006/main">
              <a:ext uri="{FF2B5EF4-FFF2-40B4-BE49-F238E27FC236}">
                <a16:creationId xmlns:a16="http://schemas.microsoft.com/office/drawing/2014/main" id="{22F43671-1A58-40DE-B9F0-71C61C80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743200"/>
            <a:ext cx="1790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side_effect 메타 15개</a:t>
            </a:r>
          </a:p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HITL · 멱등 · 동시성</a:t>
            </a:r>
          </a:p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Skill 12×3 검증</a:t>
            </a:r>
          </a:p>
        </p:txBody>
      </p:sp>
      <p:sp>
        <p:nvSpPr>
          <p:cNvPr id="108" name="time-detail-14-5">
            <a:extLst xmlns:a="http://schemas.openxmlformats.org/drawingml/2006/main">
              <a:ext uri="{FF2B5EF4-FFF2-40B4-BE49-F238E27FC236}">
                <a16:creationId xmlns:a16="http://schemas.microsoft.com/office/drawing/2014/main" id="{DFD7C1CA-5012-47F9-9A03-7C2F7AC0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55295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검색 37 · Agent 36</a:t>
            </a:r>
          </a:p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최종 파싱 단위 검증</a:t>
            </a:r>
          </a:p>
          <a:p xmlns:a="http://schemas.openxmlformats.org/drawingml/2006/main">
            <a:pPr algn="ctr">
              <a:buNone/>
              <a:defRPr sz="1200">
                <a:solidFill>
                  <a:srgbClr val="5F6878"/>
                </a:solidFill>
                <a:latin typeface="Pretendard"/>
                <a:ea typeface="Pretendard"/>
                <a:cs typeface="Pretendard"/>
              </a:defRPr>
            </a:pPr>
            <a:r>
              <a:rPr sz="1200">
                <a:solidFill>
                  <a:srgbClr val="5F6878"/>
                </a:solidFill>
                <a:latin typeface="Pretendard"/>
                <a:ea typeface="Pretendard"/>
                <a:cs typeface="Pretendard"/>
              </a:rPr>
              <a:t>배포 · 시연 준비</a:t>
            </a:r>
          </a:p>
        </p:txBody>
      </p:sp>
      <p:sp>
        <p:nvSpPr>
          <p:cNvPr id="121" name="phase-band-14-0">
            <a:extLst xmlns:a="http://schemas.openxmlformats.org/drawingml/2006/main">
              <a:ext uri="{FF2B5EF4-FFF2-40B4-BE49-F238E27FC236}">
                <a16:creationId xmlns:a16="http://schemas.microsoft.com/office/drawing/2014/main" id="{61AB3AAC-7D7B-4D5A-9267-CE2EF2FE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2" name="phase-band-14-1">
            <a:extLst xmlns:a="http://schemas.openxmlformats.org/drawingml/2006/main">
              <a:ext uri="{FF2B5EF4-FFF2-40B4-BE49-F238E27FC236}">
                <a16:creationId xmlns:a16="http://schemas.microsoft.com/office/drawing/2014/main" id="{CBF6CA9A-5A52-4C68-AC81-B4872FE0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814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6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3" name="phase-band-14-2">
            <a:extLst xmlns:a="http://schemas.openxmlformats.org/drawingml/2006/main">
              <a:ext uri="{FF2B5EF4-FFF2-40B4-BE49-F238E27FC236}">
                <a16:creationId xmlns:a16="http://schemas.microsoft.com/office/drawing/2014/main" id="{73D19B96-B83C-40FE-8BAF-65C0BD5B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814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F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4" name="phase-band-14-3">
            <a:extLst xmlns:a="http://schemas.openxmlformats.org/drawingml/2006/main">
              <a:ext uri="{FF2B5EF4-FFF2-40B4-BE49-F238E27FC236}">
                <a16:creationId xmlns:a16="http://schemas.microsoft.com/office/drawing/2014/main" id="{E8AB6677-237E-455B-B43B-0D2AE438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DC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5" name="phase-band-14-4">
            <a:extLst xmlns:a="http://schemas.openxmlformats.org/drawingml/2006/main">
              <a:ext uri="{FF2B5EF4-FFF2-40B4-BE49-F238E27FC236}">
                <a16:creationId xmlns:a16="http://schemas.microsoft.com/office/drawing/2014/main" id="{B046A53C-203E-42E3-B0A3-4500DF6E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814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C89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6" name="phase-band-14-5">
            <a:extLst xmlns:a="http://schemas.openxmlformats.org/drawingml/2006/main">
              <a:ext uri="{FF2B5EF4-FFF2-40B4-BE49-F238E27FC236}">
                <a16:creationId xmlns:a16="http://schemas.microsoft.com/office/drawing/2014/main" id="{EB59C92E-3624-4737-9486-6D23ACD7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81400"/>
            <a:ext cx="1847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9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7460215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8EE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15">
            <a:extLst xmlns:a="http://schemas.openxmlformats.org/drawingml/2006/main">
              <a:ext uri="{FF2B5EF4-FFF2-40B4-BE49-F238E27FC236}">
                <a16:creationId xmlns:a16="http://schemas.microsoft.com/office/drawing/2014/main" id="{B26A7B0B-B6AE-442C-AA4D-16B4AD63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accent-15">
            <a:extLst xmlns:a="http://schemas.openxmlformats.org/drawingml/2006/main">
              <a:ext uri="{FF2B5EF4-FFF2-40B4-BE49-F238E27FC236}">
                <a16:creationId xmlns:a16="http://schemas.microsoft.com/office/drawing/2014/main" id="{8C03BA6C-C4C0-44A6-BE2D-81DE3403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div-no-15">
            <a:extLst xmlns:a="http://schemas.openxmlformats.org/drawingml/2006/main">
              <a:ext uri="{FF2B5EF4-FFF2-40B4-BE49-F238E27FC236}">
                <a16:creationId xmlns:a16="http://schemas.microsoft.com/office/drawing/2014/main" id="{E4AC6F34-D0DA-44BD-8224-5F22FD1D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div-title-15">
            <a:extLst xmlns:a="http://schemas.openxmlformats.org/drawingml/2006/main">
              <a:ext uri="{FF2B5EF4-FFF2-40B4-BE49-F238E27FC236}">
                <a16:creationId xmlns:a16="http://schemas.microsoft.com/office/drawing/2014/main" id="{5FB75885-D756-4E82-8FA3-CA45AB82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수행 절차 및 방법</a:t>
            </a:r>
          </a:p>
        </p:txBody>
      </p:sp>
      <p:sp>
        <p:nvSpPr>
          <p:cNvPr id="5" name="div-sub-15">
            <a:extLst xmlns:a="http://schemas.openxmlformats.org/drawingml/2006/main">
              <a:ext uri="{FF2B5EF4-FFF2-40B4-BE49-F238E27FC236}">
                <a16:creationId xmlns:a16="http://schemas.microsoft.com/office/drawing/2014/main" id="{0C1B8E8B-2EFA-473F-84D8-52B41AF8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현재 코드 구조 · 기능별 책임 · 실행 흐름 · 배포 구성</a:t>
            </a:r>
          </a:p>
        </p:txBody>
      </p:sp>
      <p:cxnSp>
        <p:nvCxnSpPr>
          <p:cNvPr id="208" name="div-line-15"/>
          <p:cNvCxnSpPr/>
          <p:nvPr/>
        </p:nvCxnSpPr>
        <p:spPr>
          <a:xfrm xmlns:a="http://schemas.openxmlformats.org/drawingml/2006/main">
            <a:off x="628650" y="53911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C8DB"/>
            </a:solidFill>
            <a:prstDash val="solid"/>
          </a:ln>
        </p:spPr>
      </p:cxnSp>
      <p:sp>
        <p:nvSpPr>
          <p:cNvPr id="7" name="div-key-15">
            <a:extLst xmlns:a="http://schemas.openxmlformats.org/drawingml/2006/main">
              <a:ext uri="{FF2B5EF4-FFF2-40B4-BE49-F238E27FC236}">
                <a16:creationId xmlns:a16="http://schemas.microsoft.com/office/drawing/2014/main" id="{7DD9DAC4-7FA6-4C14-9ED0-FBF58D7C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ARCHITECTURE · RESPONSIBILITY · DEPLOYMENT</a:t>
            </a:r>
          </a:p>
        </p:txBody>
      </p:sp>
      <p:sp>
        <p:nvSpPr>
          <p:cNvPr id="8" name="div-page-15">
            <a:extLst xmlns:a="http://schemas.openxmlformats.org/drawingml/2006/main">
              <a:ext uri="{FF2B5EF4-FFF2-40B4-BE49-F238E27FC236}">
                <a16:creationId xmlns:a16="http://schemas.microsoft.com/office/drawing/2014/main" id="{5AEED8FF-B501-452E-BE71-948EE20F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67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pic>
        <p:nvPicPr>
          <p:cNvPr id="211" name="그림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51179e2cd4586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12" name="그림 1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345afe70a4bae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0048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accent-16">
            <a:extLst xmlns:a="http://schemas.openxmlformats.org/drawingml/2006/main">
              <a:ext uri="{FF2B5EF4-FFF2-40B4-BE49-F238E27FC236}">
                <a16:creationId xmlns:a16="http://schemas.microsoft.com/office/drawing/2014/main" id="{6CD8E262-AE42-4520-826B-AD668410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07" name="top-rule-16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16">
            <a:extLst xmlns:a="http://schemas.openxmlformats.org/drawingml/2006/main">
              <a:ext uri="{FF2B5EF4-FFF2-40B4-BE49-F238E27FC236}">
                <a16:creationId xmlns:a16="http://schemas.microsoft.com/office/drawing/2014/main" id="{C2DBFD42-09B3-4E65-9742-D38CE616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03 프로젝트 수행 절차 및 방법</a:t>
            </a:r>
          </a:p>
        </p:txBody>
      </p:sp>
      <p:sp>
        <p:nvSpPr>
          <p:cNvPr id="4" name="section-16">
            <a:extLst xmlns:a="http://schemas.openxmlformats.org/drawingml/2006/main">
              <a:ext uri="{FF2B5EF4-FFF2-40B4-BE49-F238E27FC236}">
                <a16:creationId xmlns:a16="http://schemas.microsoft.com/office/drawing/2014/main" id="{2B2EDDB8-903F-409E-B6E8-833B5C1B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SYSTEM MAP</a:t>
            </a:r>
          </a:p>
        </p:txBody>
      </p:sp>
      <p:sp>
        <p:nvSpPr>
          <p:cNvPr id="5" name="page-16">
            <a:extLst xmlns:a="http://schemas.openxmlformats.org/drawingml/2006/main">
              <a:ext uri="{FF2B5EF4-FFF2-40B4-BE49-F238E27FC236}">
                <a16:creationId xmlns:a16="http://schemas.microsoft.com/office/drawing/2014/main" id="{3F131CD4-9ABF-471E-8CCD-017E5DAB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pic>
        <p:nvPicPr>
          <p:cNvPr id="411" name="그림 3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ba10727cd4f69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12" name="그림 37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1eb3a54a9c440f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16">
            <a:extLst xmlns:a="http://schemas.openxmlformats.org/drawingml/2006/main">
              <a:ext uri="{FF2B5EF4-FFF2-40B4-BE49-F238E27FC236}">
                <a16:creationId xmlns:a16="http://schemas.microsoft.com/office/drawing/2014/main" id="{B6EAC139-4A18-4859-BC0A-1D358BB3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전체 구성도</a:t>
            </a:r>
          </a:p>
        </p:txBody>
      </p:sp>
      <p:sp>
        <p:nvSpPr>
          <p:cNvPr id="9" name="sub-16">
            <a:extLst xmlns:a="http://schemas.openxmlformats.org/drawingml/2006/main">
              <a:ext uri="{FF2B5EF4-FFF2-40B4-BE49-F238E27FC236}">
                <a16:creationId xmlns:a16="http://schemas.microsoft.com/office/drawing/2014/main" id="{1E6F83C2-C752-44F3-8FE6-222FF6AA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사용자 화면부터 Runtime·Worker·데이터·외부 경계까지 현재 코드 책임으로 연결</a:t>
            </a:r>
          </a:p>
        </p:txBody>
      </p:sp>
      <p:pic>
        <p:nvPicPr>
          <p:cNvPr id="415" name="그림 3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41b3d5e2d943c0"/>
          <a:stretch xmlns:a="http://schemas.openxmlformats.org/drawingml/2006/main"/>
        </p:blipFill>
        <p:spPr>
          <a:xfrm xmlns:a="http://schemas.openxmlformats.org/drawingml/2006/main">
            <a:off x="5257800" y="40957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33" name="signal-16">
            <a:extLst xmlns:a="http://schemas.openxmlformats.org/drawingml/2006/main">
              <a:ext uri="{FF2B5EF4-FFF2-40B4-BE49-F238E27FC236}">
                <a16:creationId xmlns:a16="http://schemas.microsoft.com/office/drawing/2014/main" id="{FBD4394B-1CE2-44E0-894C-F071D270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signal-label-16">
            <a:extLst xmlns:a="http://schemas.openxmlformats.org/drawingml/2006/main">
              <a:ext uri="{FF2B5EF4-FFF2-40B4-BE49-F238E27FC236}">
                <a16:creationId xmlns:a16="http://schemas.microsoft.com/office/drawing/2014/main" id="{045579CE-3DA2-4159-84FE-9464986A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PROJECT ARCHITECTURE</a:t>
            </a:r>
          </a:p>
        </p:txBody>
      </p:sp>
      <p:sp>
        <p:nvSpPr>
          <p:cNvPr id="283" name="sys-flow-ui-api">
            <a:extLst xmlns:a="http://schemas.openxmlformats.org/drawingml/2006/main">
              <a:ext uri="{FF2B5EF4-FFF2-40B4-BE49-F238E27FC236}">
                <a16:creationId xmlns:a16="http://schemas.microsoft.com/office/drawing/2014/main" id="{C2D90639-5B81-4E07-9D40-41EA4C4D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4" name="sys-flow-api-runtime">
            <a:extLst xmlns:a="http://schemas.openxmlformats.org/drawingml/2006/main">
              <a:ext uri="{FF2B5EF4-FFF2-40B4-BE49-F238E27FC236}">
                <a16:creationId xmlns:a16="http://schemas.microsoft.com/office/drawing/2014/main" id="{53F4A597-5BB3-40A5-9570-75B88A9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433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5" name="sys-flow-runtime-data">
            <a:extLst xmlns:a="http://schemas.openxmlformats.org/drawingml/2006/main">
              <a:ext uri="{FF2B5EF4-FFF2-40B4-BE49-F238E27FC236}">
                <a16:creationId xmlns:a16="http://schemas.microsoft.com/office/drawing/2014/main" id="{814CCA2A-D363-4F57-8E95-39B6156F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149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6" name="sys-external-link-0">
            <a:extLst xmlns:a="http://schemas.openxmlformats.org/drawingml/2006/main">
              <a:ext uri="{FF2B5EF4-FFF2-40B4-BE49-F238E27FC236}">
                <a16:creationId xmlns:a16="http://schemas.microsoft.com/office/drawing/2014/main" id="{CF338822-9B6A-4C26-B45A-A4FDBB3C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6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7" name="sys-external-link-1">
            <a:extLst xmlns:a="http://schemas.openxmlformats.org/drawingml/2006/main">
              <a:ext uri="{FF2B5EF4-FFF2-40B4-BE49-F238E27FC236}">
                <a16:creationId xmlns:a16="http://schemas.microsoft.com/office/drawing/2014/main" id="{8652A4F4-DDF8-41EE-8305-0DACBB4A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6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8" name="sys-external-link-2">
            <a:extLst xmlns:a="http://schemas.openxmlformats.org/drawingml/2006/main">
              <a:ext uri="{FF2B5EF4-FFF2-40B4-BE49-F238E27FC236}">
                <a16:creationId xmlns:a16="http://schemas.microsoft.com/office/drawing/2014/main" id="{5A2D5778-E841-4D9C-86EE-BCE9B6F6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386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1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9" name="sys-external-link-3">
            <a:extLst xmlns:a="http://schemas.openxmlformats.org/drawingml/2006/main">
              <a:ext uri="{FF2B5EF4-FFF2-40B4-BE49-F238E27FC236}">
                <a16:creationId xmlns:a16="http://schemas.microsoft.com/office/drawing/2014/main" id="{C0D47999-57BF-4E2B-AFCA-A02279D6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B6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0" name="sys-ui-band">
            <a:extLst xmlns:a="http://schemas.openxmlformats.org/drawingml/2006/main">
              <a:ext uri="{FF2B5EF4-FFF2-40B4-BE49-F238E27FC236}">
                <a16:creationId xmlns:a16="http://schemas.microsoft.com/office/drawing/2014/main" id="{60ED7BAB-86AF-40D5-824A-D5C99198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800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1" name="sys-ui-accent">
            <a:extLst xmlns:a="http://schemas.openxmlformats.org/drawingml/2006/main">
              <a:ext uri="{FF2B5EF4-FFF2-40B4-BE49-F238E27FC236}">
                <a16:creationId xmlns:a16="http://schemas.microsoft.com/office/drawing/2014/main" id="{F882B307-ADF1-4AEC-9F99-4422EEAC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2" name="sys-ui-split">
            <a:extLst xmlns:a="http://schemas.openxmlformats.org/drawingml/2006/main">
              <a:ext uri="{FF2B5EF4-FFF2-40B4-BE49-F238E27FC236}">
                <a16:creationId xmlns:a16="http://schemas.microsoft.com/office/drawing/2014/main" id="{71FF0088-38B6-4AB1-BEA1-6324B5B8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3" name="sys-api-band">
            <a:extLst xmlns:a="http://schemas.openxmlformats.org/drawingml/2006/main">
              <a:ext uri="{FF2B5EF4-FFF2-40B4-BE49-F238E27FC236}">
                <a16:creationId xmlns:a16="http://schemas.microsoft.com/office/drawing/2014/main" id="{1D55BFAC-DCCA-4267-8CBE-36AD5053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9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4" name="sys-api-accent">
            <a:extLst xmlns:a="http://schemas.openxmlformats.org/drawingml/2006/main">
              <a:ext uri="{FF2B5EF4-FFF2-40B4-BE49-F238E27FC236}">
                <a16:creationId xmlns:a16="http://schemas.microsoft.com/office/drawing/2014/main" id="{FD42EEAB-BAE3-49B9-B530-68C15E9C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5" name="sys-api-split">
            <a:extLst xmlns:a="http://schemas.openxmlformats.org/drawingml/2006/main">
              <a:ext uri="{FF2B5EF4-FFF2-40B4-BE49-F238E27FC236}">
                <a16:creationId xmlns:a16="http://schemas.microsoft.com/office/drawing/2014/main" id="{B26D4E03-FC6A-4C48-A428-2B792157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6" name="sys-runtime-band">
            <a:extLst xmlns:a="http://schemas.openxmlformats.org/drawingml/2006/main">
              <a:ext uri="{FF2B5EF4-FFF2-40B4-BE49-F238E27FC236}">
                <a16:creationId xmlns:a16="http://schemas.microsoft.com/office/drawing/2014/main" id="{F2056774-CE69-4CF0-B7B3-2A4D8246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8001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7" name="sys-runtime-accent">
            <a:extLst xmlns:a="http://schemas.openxmlformats.org/drawingml/2006/main">
              <a:ext uri="{FF2B5EF4-FFF2-40B4-BE49-F238E27FC236}">
                <a16:creationId xmlns:a16="http://schemas.microsoft.com/office/drawing/2014/main" id="{BDD9AF23-EA0C-4673-B14D-78931F86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8" name="sys-runtime-split-0">
            <a:extLst xmlns:a="http://schemas.openxmlformats.org/drawingml/2006/main">
              <a:ext uri="{FF2B5EF4-FFF2-40B4-BE49-F238E27FC236}">
                <a16:creationId xmlns:a16="http://schemas.microsoft.com/office/drawing/2014/main" id="{AD67619F-DEF3-432E-9E6C-2531F92D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0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9" name="sys-runtime-split-1">
            <a:extLst xmlns:a="http://schemas.openxmlformats.org/drawingml/2006/main">
              <a:ext uri="{FF2B5EF4-FFF2-40B4-BE49-F238E27FC236}">
                <a16:creationId xmlns:a16="http://schemas.microsoft.com/office/drawing/2014/main" id="{4E5DF261-78BB-46DB-B0DE-D7455EA6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14750"/>
            <a:ext cx="0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0" name="sys-data-band">
            <a:extLst xmlns:a="http://schemas.openxmlformats.org/drawingml/2006/main">
              <a:ext uri="{FF2B5EF4-FFF2-40B4-BE49-F238E27FC236}">
                <a16:creationId xmlns:a16="http://schemas.microsoft.com/office/drawing/2014/main" id="{2C896EC5-400F-4AC3-B9B1-F096153C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8001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1" name="sys-data-accent">
            <a:extLst xmlns:a="http://schemas.openxmlformats.org/drawingml/2006/main">
              <a:ext uri="{FF2B5EF4-FFF2-40B4-BE49-F238E27FC236}">
                <a16:creationId xmlns:a16="http://schemas.microsoft.com/office/drawing/2014/main" id="{C087792E-1FDC-425A-B184-AC16FBC7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86350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A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2" name="sys-data-split-0">
            <a:extLst xmlns:a="http://schemas.openxmlformats.org/drawingml/2006/main">
              <a:ext uri="{FF2B5EF4-FFF2-40B4-BE49-F238E27FC236}">
                <a16:creationId xmlns:a16="http://schemas.microsoft.com/office/drawing/2014/main" id="{4C9EC993-F9C5-4370-822C-EC496701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863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3" name="sys-data-split-1">
            <a:extLst xmlns:a="http://schemas.openxmlformats.org/drawingml/2006/main">
              <a:ext uri="{FF2B5EF4-FFF2-40B4-BE49-F238E27FC236}">
                <a16:creationId xmlns:a16="http://schemas.microsoft.com/office/drawing/2014/main" id="{5A654FE8-A862-44D2-A302-C8B55C15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863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4" name="sys-external-band">
            <a:extLst xmlns:a="http://schemas.openxmlformats.org/drawingml/2006/main">
              <a:ext uri="{FF2B5EF4-FFF2-40B4-BE49-F238E27FC236}">
                <a16:creationId xmlns:a16="http://schemas.microsoft.com/office/drawing/2014/main" id="{1EDD9EC4-60CB-4AC5-88FE-A9D2AB7B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2667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5" name="sys-external-accent">
            <a:extLst xmlns:a="http://schemas.openxmlformats.org/drawingml/2006/main">
              <a:ext uri="{FF2B5EF4-FFF2-40B4-BE49-F238E27FC236}">
                <a16:creationId xmlns:a16="http://schemas.microsoft.com/office/drawing/2014/main" id="{C2B4693A-1A9F-48A0-AECF-D258A504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762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6" name="sys-external-rule-0">
            <a:extLst xmlns:a="http://schemas.openxmlformats.org/drawingml/2006/main">
              <a:ext uri="{FF2B5EF4-FFF2-40B4-BE49-F238E27FC236}">
                <a16:creationId xmlns:a16="http://schemas.microsoft.com/office/drawing/2014/main" id="{7359E779-DEBA-42C4-B828-F8285E6F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03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7" name="sys-external-rule-1">
            <a:extLst xmlns:a="http://schemas.openxmlformats.org/drawingml/2006/main">
              <a:ext uri="{FF2B5EF4-FFF2-40B4-BE49-F238E27FC236}">
                <a16:creationId xmlns:a16="http://schemas.microsoft.com/office/drawing/2014/main" id="{38689D70-529B-401A-ABB6-3D5300E6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95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8" name="sys-external-rule-2">
            <a:extLst xmlns:a="http://schemas.openxmlformats.org/drawingml/2006/main">
              <a:ext uri="{FF2B5EF4-FFF2-40B4-BE49-F238E27FC236}">
                <a16:creationId xmlns:a16="http://schemas.microsoft.com/office/drawing/2014/main" id="{C560E96B-11C9-4159-817C-EE232A63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386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9" name="sys-external-rule-3">
            <a:extLst xmlns:a="http://schemas.openxmlformats.org/drawingml/2006/main">
              <a:ext uri="{FF2B5EF4-FFF2-40B4-BE49-F238E27FC236}">
                <a16:creationId xmlns:a16="http://schemas.microsoft.com/office/drawing/2014/main" id="{997CB3A4-E01D-4E3A-B441-5B6D0755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578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0" name="sys-ui-label">
            <a:extLst xmlns:a="http://schemas.openxmlformats.org/drawingml/2006/main">
              <a:ext uri="{FF2B5EF4-FFF2-40B4-BE49-F238E27FC236}">
                <a16:creationId xmlns:a16="http://schemas.microsoft.com/office/drawing/2014/main" id="{3D803F38-B124-4272-A8FD-665E40A3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PRODUCT UI · React + Vite</a:t>
            </a:r>
          </a:p>
        </p:txBody>
      </p:sp>
      <p:sp>
        <p:nvSpPr>
          <p:cNvPr id="311" name="sys-ui-copy">
            <a:extLst xmlns:a="http://schemas.openxmlformats.org/drawingml/2006/main">
              <a:ext uri="{FF2B5EF4-FFF2-40B4-BE49-F238E27FC236}">
                <a16:creationId xmlns:a16="http://schemas.microsoft.com/office/drawing/2014/main" id="{2C41A3B9-C4D7-4A4E-B9A1-37BDE3EE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Chat · Agents · Projects · Documents · Settings</a:t>
            </a:r>
          </a:p>
        </p:txBody>
      </p:sp>
      <p:sp>
        <p:nvSpPr>
          <p:cNvPr id="312" name="sys-ops-ui-label">
            <a:extLst xmlns:a="http://schemas.openxmlformats.org/drawingml/2006/main">
              <a:ext uri="{FF2B5EF4-FFF2-40B4-BE49-F238E27FC236}">
                <a16:creationId xmlns:a16="http://schemas.microsoft.com/office/drawing/2014/main" id="{F7442E89-66AA-427F-A948-BE2BA737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526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OPS CONSOLE</a:t>
            </a:r>
          </a:p>
        </p:txBody>
      </p:sp>
      <p:sp>
        <p:nvSpPr>
          <p:cNvPr id="313" name="sys-ops-ui-copy">
            <a:extLst xmlns:a="http://schemas.openxmlformats.org/drawingml/2006/main">
              <a:ext uri="{FF2B5EF4-FFF2-40B4-BE49-F238E27FC236}">
                <a16:creationId xmlns:a16="http://schemas.microsoft.com/office/drawing/2014/main" id="{596F5B63-A3CD-4DCA-94A7-8D3A8EAE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별도 세션·권한</a:t>
            </a:r>
          </a:p>
        </p:txBody>
      </p:sp>
      <p:sp>
        <p:nvSpPr>
          <p:cNvPr id="314" name="sys-api-label">
            <a:extLst xmlns:a="http://schemas.openxmlformats.org/drawingml/2006/main">
              <a:ext uri="{FF2B5EF4-FFF2-40B4-BE49-F238E27FC236}">
                <a16:creationId xmlns:a16="http://schemas.microsoft.com/office/drawing/2014/main" id="{C92709FB-F51E-4F68-814F-42F918A1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DJANGO API · DRF</a:t>
            </a:r>
          </a:p>
        </p:txBody>
      </p:sp>
      <p:sp>
        <p:nvSpPr>
          <p:cNvPr id="315" name="sys-api-copy">
            <a:extLst xmlns:a="http://schemas.openxmlformats.org/drawingml/2006/main">
              <a:ext uri="{FF2B5EF4-FFF2-40B4-BE49-F238E27FC236}">
                <a16:creationId xmlns:a16="http://schemas.microsoft.com/office/drawing/2014/main" id="{F57446DF-0248-4DF4-872A-3845E78B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accounts · chat · agents · projects · connectors · skills · personal files</a:t>
            </a:r>
          </a:p>
        </p:txBody>
      </p:sp>
      <p:sp>
        <p:nvSpPr>
          <p:cNvPr id="316" name="sys-ops-api-label">
            <a:extLst xmlns:a="http://schemas.openxmlformats.org/drawingml/2006/main">
              <a:ext uri="{FF2B5EF4-FFF2-40B4-BE49-F238E27FC236}">
                <a16:creationId xmlns:a16="http://schemas.microsoft.com/office/drawing/2014/main" id="{6B6CDD41-2F74-4F01-BB09-39BE3ACE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933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OPS API</a:t>
            </a:r>
          </a:p>
        </p:txBody>
      </p:sp>
      <p:sp>
        <p:nvSpPr>
          <p:cNvPr id="317" name="sys-ops-api-copy">
            <a:extLst xmlns:a="http://schemas.openxmlformats.org/drawingml/2006/main">
              <a:ext uri="{FF2B5EF4-FFF2-40B4-BE49-F238E27FC236}">
                <a16:creationId xmlns:a16="http://schemas.microsoft.com/office/drawing/2014/main" id="{E6F1867A-B2BE-43F9-903E-E6C5BA51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1813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로그인·정책·감사</a:t>
            </a:r>
          </a:p>
        </p:txBody>
      </p:sp>
      <p:sp>
        <p:nvSpPr>
          <p:cNvPr id="318" name="sys-runtime-label">
            <a:extLst xmlns:a="http://schemas.openxmlformats.org/drawingml/2006/main">
              <a:ext uri="{FF2B5EF4-FFF2-40B4-BE49-F238E27FC236}">
                <a16:creationId xmlns:a16="http://schemas.microsoft.com/office/drawing/2014/main" id="{1FC940E4-874E-4522-BC07-587719BF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AGENT RUNTIME</a:t>
            </a:r>
          </a:p>
        </p:txBody>
      </p:sp>
      <p:sp>
        <p:nvSpPr>
          <p:cNvPr id="319" name="sys-runtime-copy">
            <a:extLst xmlns:a="http://schemas.openxmlformats.org/drawingml/2006/main">
              <a:ext uri="{FF2B5EF4-FFF2-40B4-BE49-F238E27FC236}">
                <a16:creationId xmlns:a16="http://schemas.microsoft.com/office/drawing/2014/main" id="{3C2F8247-8646-4459-B021-27783076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8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요청별 Graph 조립 · 32종 도구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HITL · Subagent 1단계 · Memory</a:t>
            </a:r>
          </a:p>
        </p:txBody>
      </p:sp>
      <p:sp>
        <p:nvSpPr>
          <p:cNvPr id="320" name="sys-domain-label">
            <a:extLst xmlns:a="http://schemas.openxmlformats.org/drawingml/2006/main">
              <a:ext uri="{FF2B5EF4-FFF2-40B4-BE49-F238E27FC236}">
                <a16:creationId xmlns:a16="http://schemas.microsoft.com/office/drawing/2014/main" id="{DD8EA29B-23E2-4B20-854A-D70DEA2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481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DOMAIN SERVICES</a:t>
            </a:r>
          </a:p>
        </p:txBody>
      </p:sp>
      <p:sp>
        <p:nvSpPr>
          <p:cNvPr id="321" name="sys-domain-copy">
            <a:extLst xmlns:a="http://schemas.openxmlformats.org/drawingml/2006/main">
              <a:ext uri="{FF2B5EF4-FFF2-40B4-BE49-F238E27FC236}">
                <a16:creationId xmlns:a16="http://schemas.microsoft.com/office/drawing/2014/main" id="{DDC0B41A-B73A-4991-8B1A-6EC945F5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100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Docling 보정 · 512토큰 청킹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768차원 임베딩 · Hybrid 검색</a:t>
            </a:r>
          </a:p>
        </p:txBody>
      </p:sp>
      <p:sp>
        <p:nvSpPr>
          <p:cNvPr id="322" name="sys-control-label">
            <a:extLst xmlns:a="http://schemas.openxmlformats.org/drawingml/2006/main">
              <a:ext uri="{FF2B5EF4-FFF2-40B4-BE49-F238E27FC236}">
                <a16:creationId xmlns:a16="http://schemas.microsoft.com/office/drawing/2014/main" id="{B7ABA8FA-A74A-48C4-BB83-C9C32041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CONTROL &amp; WORKER</a:t>
            </a:r>
          </a:p>
        </p:txBody>
      </p:sp>
      <p:sp>
        <p:nvSpPr>
          <p:cNvPr id="323" name="sys-control-copy">
            <a:extLst xmlns:a="http://schemas.openxmlformats.org/drawingml/2006/main">
              <a:ext uri="{FF2B5EF4-FFF2-40B4-BE49-F238E27FC236}">
                <a16:creationId xmlns:a16="http://schemas.microsoft.com/office/drawing/2014/main" id="{F81CCE6A-12EA-4DA7-89A1-2D5F5137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Guardrails · side_effect 15개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Skill Worker · Evaluation · 입력 마스킹</a:t>
            </a:r>
          </a:p>
        </p:txBody>
      </p:sp>
      <p:sp>
        <p:nvSpPr>
          <p:cNvPr id="324" name="sys-db-label">
            <a:extLst xmlns:a="http://schemas.openxmlformats.org/drawingml/2006/main">
              <a:ext uri="{FF2B5EF4-FFF2-40B4-BE49-F238E27FC236}">
                <a16:creationId xmlns:a16="http://schemas.microsoft.com/office/drawing/2014/main" id="{286B5F11-45AB-41CF-A2E2-F53C220F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PostgreSQL 17 + pgvector</a:t>
            </a:r>
          </a:p>
        </p:txBody>
      </p:sp>
      <p:sp>
        <p:nvSpPr>
          <p:cNvPr id="325" name="sys-db-copy">
            <a:extLst xmlns:a="http://schemas.openxmlformats.org/drawingml/2006/main">
              <a:ext uri="{FF2B5EF4-FFF2-40B4-BE49-F238E27FC236}">
                <a16:creationId xmlns:a16="http://schemas.microsoft.com/office/drawing/2014/main" id="{3BB48244-70A3-4BC2-A0D5-73A9183A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300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public 66 · mock_hr 8 · schema.sql</a:t>
            </a:r>
          </a:p>
        </p:txBody>
      </p:sp>
      <p:sp>
        <p:nvSpPr>
          <p:cNvPr id="326" name="sys-hr-label">
            <a:extLst xmlns:a="http://schemas.openxmlformats.org/drawingml/2006/main">
              <a:ext uri="{FF2B5EF4-FFF2-40B4-BE49-F238E27FC236}">
                <a16:creationId xmlns:a16="http://schemas.microsoft.com/office/drawing/2014/main" id="{11FC54A0-FC2F-43D2-A9B6-0E2A251F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HR ADAPTER</a:t>
            </a:r>
          </a:p>
        </p:txBody>
      </p:sp>
      <p:sp>
        <p:nvSpPr>
          <p:cNvPr id="327" name="sys-hr-copy">
            <a:extLst xmlns:a="http://schemas.openxmlformats.org/drawingml/2006/main">
              <a:ext uri="{FF2B5EF4-FFF2-40B4-BE49-F238E27FC236}">
                <a16:creationId xmlns:a16="http://schemas.microsoft.com/office/drawing/2014/main" id="{777C0021-CA03-446E-8083-B032BE3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10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mock_hr · 읽기 전용</a:t>
            </a:r>
          </a:p>
        </p:txBody>
      </p:sp>
      <p:sp>
        <p:nvSpPr>
          <p:cNvPr id="328" name="sys-storage-label">
            <a:extLst xmlns:a="http://schemas.openxmlformats.org/drawingml/2006/main">
              <a:ext uri="{FF2B5EF4-FFF2-40B4-BE49-F238E27FC236}">
                <a16:creationId xmlns:a16="http://schemas.microsoft.com/office/drawing/2014/main" id="{E3E36DD9-90AE-4E76-8B21-C5E84B1C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62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OBJECT STORAGE</a:t>
            </a:r>
          </a:p>
        </p:txBody>
      </p:sp>
      <p:sp>
        <p:nvSpPr>
          <p:cNvPr id="329" name="sys-storage-copy">
            <a:extLst xmlns:a="http://schemas.openxmlformats.org/drawingml/2006/main">
              <a:ext uri="{FF2B5EF4-FFF2-40B4-BE49-F238E27FC236}">
                <a16:creationId xmlns:a16="http://schemas.microsoft.com/office/drawing/2014/main" id="{908EA733-1C70-450A-990F-8AA6187A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410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등록 원문 · 생성 파일</a:t>
            </a:r>
          </a:p>
        </p:txBody>
      </p:sp>
      <p:sp>
        <p:nvSpPr>
          <p:cNvPr id="330" name="sys-ext-title">
            <a:extLst xmlns:a="http://schemas.openxmlformats.org/drawingml/2006/main">
              <a:ext uri="{FF2B5EF4-FFF2-40B4-BE49-F238E27FC236}">
                <a16:creationId xmlns:a16="http://schemas.microsoft.com/office/drawing/2014/main" id="{02FFA8AA-FBF9-4C63-9AB9-3F4A4E2C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52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EXTERNAL BOUNDARY</a:t>
            </a:r>
          </a:p>
        </p:txBody>
      </p:sp>
      <p:sp>
        <p:nvSpPr>
          <p:cNvPr id="331" name="sys-ext-model-label">
            <a:extLst xmlns:a="http://schemas.openxmlformats.org/drawingml/2006/main">
              <a:ext uri="{FF2B5EF4-FFF2-40B4-BE49-F238E27FC236}">
                <a16:creationId xmlns:a16="http://schemas.microsoft.com/office/drawing/2014/main" id="{44AD99CF-4FEE-4A06-B2EA-5C4B287C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00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MODEL INTERFACE</a:t>
            </a:r>
          </a:p>
        </p:txBody>
      </p:sp>
      <p:sp>
        <p:nvSpPr>
          <p:cNvPr id="332" name="sys-ext-model-copy">
            <a:extLst xmlns:a="http://schemas.openxmlformats.org/drawingml/2006/main">
              <a:ext uri="{FF2B5EF4-FFF2-40B4-BE49-F238E27FC236}">
                <a16:creationId xmlns:a16="http://schemas.microsoft.com/office/drawing/2014/main" id="{B68E0780-8F87-4AE5-84B8-EB7F4F1A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0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LLM Provider · 팀별 모델</a:t>
            </a:r>
          </a:p>
        </p:txBody>
      </p:sp>
      <p:sp>
        <p:nvSpPr>
          <p:cNvPr id="333" name="sys-ext-business-label">
            <a:extLst xmlns:a="http://schemas.openxmlformats.org/drawingml/2006/main">
              <a:ext uri="{FF2B5EF4-FFF2-40B4-BE49-F238E27FC236}">
                <a16:creationId xmlns:a16="http://schemas.microsoft.com/office/drawing/2014/main" id="{3886ACC3-4FA5-401B-91F0-B4A4B392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52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BUSINESS CONNECTORS</a:t>
            </a:r>
          </a:p>
        </p:txBody>
      </p:sp>
      <p:sp>
        <p:nvSpPr>
          <p:cNvPr id="334" name="sys-ext-business-copy">
            <a:extLst xmlns:a="http://schemas.openxmlformats.org/drawingml/2006/main">
              <a:ext uri="{FF2B5EF4-FFF2-40B4-BE49-F238E27FC236}">
                <a16:creationId xmlns:a16="http://schemas.microsoft.com/office/drawing/2014/main" id="{22DACCD1-8796-4077-8DB9-18E9737E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문서 · 업무 · 조직 시스템</a:t>
            </a:r>
          </a:p>
        </p:txBody>
      </p:sp>
      <p:sp>
        <p:nvSpPr>
          <p:cNvPr id="335" name="sys-ext-tool-label">
            <a:extLst xmlns:a="http://schemas.openxmlformats.org/drawingml/2006/main">
              <a:ext uri="{FF2B5EF4-FFF2-40B4-BE49-F238E27FC236}">
                <a16:creationId xmlns:a16="http://schemas.microsoft.com/office/drawing/2014/main" id="{084046F1-32EE-4241-81AB-CDA7D31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719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TOOL EXTENSION</a:t>
            </a:r>
          </a:p>
        </p:txBody>
      </p:sp>
      <p:sp>
        <p:nvSpPr>
          <p:cNvPr id="336" name="sys-ext-tool-copy">
            <a:extLst xmlns:a="http://schemas.openxmlformats.org/drawingml/2006/main">
              <a:ext uri="{FF2B5EF4-FFF2-40B4-BE49-F238E27FC236}">
                <a16:creationId xmlns:a16="http://schemas.microsoft.com/office/drawing/2014/main" id="{FF52EB70-DD5D-4D53-B5C5-A16A121B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00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MCP · REST API</a:t>
            </a:r>
          </a:p>
        </p:txBody>
      </p:sp>
      <p:sp>
        <p:nvSpPr>
          <p:cNvPr id="337" name="sys-ext-gpu-label">
            <a:extLst xmlns:a="http://schemas.openxmlformats.org/drawingml/2006/main">
              <a:ext uri="{FF2B5EF4-FFF2-40B4-BE49-F238E27FC236}">
                <a16:creationId xmlns:a16="http://schemas.microsoft.com/office/drawing/2014/main" id="{A52CD137-4968-47CF-81D0-5FDB5B12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91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GPU PIPELINE</a:t>
            </a:r>
          </a:p>
        </p:txBody>
      </p:sp>
      <p:sp>
        <p:nvSpPr>
          <p:cNvPr id="338" name="sys-ext-gpu-copy">
            <a:extLst xmlns:a="http://schemas.openxmlformats.org/drawingml/2006/main">
              <a:ext uri="{FF2B5EF4-FFF2-40B4-BE49-F238E27FC236}">
                <a16:creationId xmlns:a16="http://schemas.microsoft.com/office/drawing/2014/main" id="{1E5D72D8-AF02-4BB9-8CF7-EF42D708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1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Worker 코드 통합 · 실운영 E2E 대기</a:t>
            </a:r>
          </a:p>
        </p:txBody>
      </p:sp>
      <p:sp>
        <p:nvSpPr>
          <p:cNvPr id="339" name="sys-ext-deploy-label">
            <a:extLst xmlns:a="http://schemas.openxmlformats.org/drawingml/2006/main">
              <a:ext uri="{FF2B5EF4-FFF2-40B4-BE49-F238E27FC236}">
                <a16:creationId xmlns:a16="http://schemas.microsoft.com/office/drawing/2014/main" id="{706FBD14-89BF-4848-8444-69E8E097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10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DEPLOYMENT</a:t>
            </a:r>
          </a:p>
        </p:txBody>
      </p:sp>
      <p:sp>
        <p:nvSpPr>
          <p:cNvPr id="340" name="sys-ext-deploy-copy">
            <a:extLst xmlns:a="http://schemas.openxmlformats.org/drawingml/2006/main">
              <a:ext uri="{FF2B5EF4-FFF2-40B4-BE49-F238E27FC236}">
                <a16:creationId xmlns:a16="http://schemas.microsoft.com/office/drawing/2014/main" id="{F815868B-8179-4ED3-925F-6C009A28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911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3809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Reverse Proxy · App · DB</a:t>
            </a:r>
          </a:p>
        </p:txBody>
      </p:sp>
    </p:spTree>
    <p:extLst>
      <p:ext uri="{BB962C8B-B14F-4D97-AF65-F5344CB8AC3E}">
        <p14:creationId xmlns:p14="http://schemas.microsoft.com/office/powerpoint/2010/main" val="124200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-17">
            <a:extLst xmlns:a="http://schemas.openxmlformats.org/drawingml/2006/main">
              <a:ext uri="{FF2B5EF4-FFF2-40B4-BE49-F238E27FC236}">
                <a16:creationId xmlns:a16="http://schemas.microsoft.com/office/drawing/2014/main" id="{1E595770-D853-4ED4-A1F9-4D83E293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09" name="top-rule-17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17">
            <a:extLst xmlns:a="http://schemas.openxmlformats.org/drawingml/2006/main">
              <a:ext uri="{FF2B5EF4-FFF2-40B4-BE49-F238E27FC236}">
                <a16:creationId xmlns:a16="http://schemas.microsoft.com/office/drawing/2014/main" id="{C9F1B663-8CA4-4113-A056-E13E3732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03 프로젝트 수행 절차 및 방법</a:t>
            </a:r>
          </a:p>
        </p:txBody>
      </p:sp>
      <p:sp>
        <p:nvSpPr>
          <p:cNvPr id="4" name="section-17">
            <a:extLst xmlns:a="http://schemas.openxmlformats.org/drawingml/2006/main">
              <a:ext uri="{FF2B5EF4-FFF2-40B4-BE49-F238E27FC236}">
                <a16:creationId xmlns:a16="http://schemas.microsoft.com/office/drawing/2014/main" id="{B7CDED0C-0AEF-4588-B79D-06F0C624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RESPONSIBILITY</a:t>
            </a:r>
          </a:p>
        </p:txBody>
      </p:sp>
      <p:sp>
        <p:nvSpPr>
          <p:cNvPr id="5" name="page-17">
            <a:extLst xmlns:a="http://schemas.openxmlformats.org/drawingml/2006/main">
              <a:ext uri="{FF2B5EF4-FFF2-40B4-BE49-F238E27FC236}">
                <a16:creationId xmlns:a16="http://schemas.microsoft.com/office/drawing/2014/main" id="{BA120DE3-B220-4BB9-97F5-A589A2B0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pic>
        <p:nvPicPr>
          <p:cNvPr id="413" name="그림 3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2298ef0694f03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14" name="그림 3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0fbacdae14ecc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17">
            <a:extLst xmlns:a="http://schemas.openxmlformats.org/drawingml/2006/main">
              <a:ext uri="{FF2B5EF4-FFF2-40B4-BE49-F238E27FC236}">
                <a16:creationId xmlns:a16="http://schemas.microsoft.com/office/drawing/2014/main" id="{8CF53DDE-A628-47F9-86CD-8F055030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코드 모듈별 책임 경계</a:t>
            </a:r>
          </a:p>
        </p:txBody>
      </p:sp>
      <p:sp>
        <p:nvSpPr>
          <p:cNvPr id="21" name="signal-17">
            <a:extLst xmlns:a="http://schemas.openxmlformats.org/drawingml/2006/main">
              <a:ext uri="{FF2B5EF4-FFF2-40B4-BE49-F238E27FC236}">
                <a16:creationId xmlns:a16="http://schemas.microsoft.com/office/drawing/2014/main" id="{968F1F0F-9C32-406C-BD3A-DED2A752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ignal-label-17">
            <a:extLst xmlns:a="http://schemas.openxmlformats.org/drawingml/2006/main">
              <a:ext uri="{FF2B5EF4-FFF2-40B4-BE49-F238E27FC236}">
                <a16:creationId xmlns:a16="http://schemas.microsoft.com/office/drawing/2014/main" id="{5363C9DB-AA08-4DBE-9A11-1DE0C41D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RESPONSIBILITY</a:t>
            </a:r>
          </a:p>
        </p:txBody>
      </p:sp>
      <p:sp>
        <p:nvSpPr>
          <p:cNvPr id="363" name="s17-band-0">
            <a:extLst xmlns:a="http://schemas.openxmlformats.org/drawingml/2006/main">
              <a:ext uri="{FF2B5EF4-FFF2-40B4-BE49-F238E27FC236}">
                <a16:creationId xmlns:a16="http://schemas.microsoft.com/office/drawing/2014/main" id="{EA4E8A69-F2A5-48BF-AA80-D09E364C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104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64" name="s17-layer-0">
            <a:extLst xmlns:a="http://schemas.openxmlformats.org/drawingml/2006/main">
              <a:ext uri="{FF2B5EF4-FFF2-40B4-BE49-F238E27FC236}">
                <a16:creationId xmlns:a16="http://schemas.microsoft.com/office/drawing/2014/main" id="{5EDB5B09-21B8-4ED2-869D-E0E3FE30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사용자 경험</a:t>
            </a:r>
          </a:p>
        </p:txBody>
      </p:sp>
      <p:sp>
        <p:nvSpPr>
          <p:cNvPr id="365" name="s17-module-0">
            <a:extLst xmlns:a="http://schemas.openxmlformats.org/drawingml/2006/main">
              <a:ext uri="{FF2B5EF4-FFF2-40B4-BE49-F238E27FC236}">
                <a16:creationId xmlns:a16="http://schemas.microsoft.com/office/drawing/2014/main" id="{E19AF059-8720-423E-A13F-719F0CE1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Frontend</a:t>
            </a:r>
          </a:p>
        </p:txBody>
      </p:sp>
      <p:sp>
        <p:nvSpPr>
          <p:cNvPr id="366" name="s17-detail-0">
            <a:extLst xmlns:a="http://schemas.openxmlformats.org/drawingml/2006/main">
              <a:ext uri="{FF2B5EF4-FFF2-40B4-BE49-F238E27FC236}">
                <a16:creationId xmlns:a16="http://schemas.microsoft.com/office/drawing/2014/main" id="{7A72F58E-0CFB-47F5-B8F6-273997E8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채팅 · 에이전트 · 프로젝트 · 문서 · 설정 · 운영 화면</a:t>
            </a:r>
          </a:p>
        </p:txBody>
      </p:sp>
      <p:sp>
        <p:nvSpPr>
          <p:cNvPr id="367" name="s17-band-1">
            <a:extLst xmlns:a="http://schemas.openxmlformats.org/drawingml/2006/main">
              <a:ext uri="{FF2B5EF4-FFF2-40B4-BE49-F238E27FC236}">
                <a16:creationId xmlns:a16="http://schemas.microsoft.com/office/drawing/2014/main" id="{C94EA770-317F-4C1A-B753-23B5DE68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104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7F9FC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7F9FC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68" name="s17-layer-1">
            <a:extLst xmlns:a="http://schemas.openxmlformats.org/drawingml/2006/main">
              <a:ext uri="{FF2B5EF4-FFF2-40B4-BE49-F238E27FC236}">
                <a16:creationId xmlns:a16="http://schemas.microsoft.com/office/drawing/2014/main" id="{441B8D08-8B05-4390-82EA-D2160EAD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API · 권한 경계</a:t>
            </a:r>
          </a:p>
        </p:txBody>
      </p:sp>
      <p:sp>
        <p:nvSpPr>
          <p:cNvPr id="369" name="s17-module-1">
            <a:extLst xmlns:a="http://schemas.openxmlformats.org/drawingml/2006/main">
              <a:ext uri="{FF2B5EF4-FFF2-40B4-BE49-F238E27FC236}">
                <a16:creationId xmlns:a16="http://schemas.microsoft.com/office/drawing/2014/main" id="{E5E1C7E2-6C8B-4FEC-9C2C-1760B92D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Django Apps</a:t>
            </a:r>
          </a:p>
        </p:txBody>
      </p:sp>
      <p:sp>
        <p:nvSpPr>
          <p:cNvPr id="370" name="s17-detail-1">
            <a:extLst xmlns:a="http://schemas.openxmlformats.org/drawingml/2006/main">
              <a:ext uri="{FF2B5EF4-FFF2-40B4-BE49-F238E27FC236}">
                <a16:creationId xmlns:a16="http://schemas.microsoft.com/office/drawing/2014/main" id="{AE2AF21F-85C6-4BA7-95D4-40FB7094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48000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인증 · 팀 권한 · 요청 검증 · 응답 계약</a:t>
            </a:r>
          </a:p>
        </p:txBody>
      </p:sp>
      <p:sp>
        <p:nvSpPr>
          <p:cNvPr id="371" name="s17-band-2">
            <a:extLst xmlns:a="http://schemas.openxmlformats.org/drawingml/2006/main">
              <a:ext uri="{FF2B5EF4-FFF2-40B4-BE49-F238E27FC236}">
                <a16:creationId xmlns:a16="http://schemas.microsoft.com/office/drawing/2014/main" id="{609051C7-128E-4A9E-9467-2DFAB105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104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EAF2FB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EAF2FB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72" name="s17-layer-2">
            <a:extLst xmlns:a="http://schemas.openxmlformats.org/drawingml/2006/main">
              <a:ext uri="{FF2B5EF4-FFF2-40B4-BE49-F238E27FC236}">
                <a16:creationId xmlns:a16="http://schemas.microsoft.com/office/drawing/2014/main" id="{34613713-B886-44BB-B646-6C1C9BE5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도메인 실행</a:t>
            </a:r>
          </a:p>
        </p:txBody>
      </p:sp>
      <p:sp>
        <p:nvSpPr>
          <p:cNvPr id="373" name="s17-module-2">
            <a:extLst xmlns:a="http://schemas.openxmlformats.org/drawingml/2006/main">
              <a:ext uri="{FF2B5EF4-FFF2-40B4-BE49-F238E27FC236}">
                <a16:creationId xmlns:a16="http://schemas.microsoft.com/office/drawing/2014/main" id="{E16F3314-0702-4F43-919C-71CB09B5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862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Services</a:t>
            </a:r>
          </a:p>
        </p:txBody>
      </p:sp>
      <p:sp>
        <p:nvSpPr>
          <p:cNvPr id="374" name="s17-detail-2">
            <a:extLst xmlns:a="http://schemas.openxmlformats.org/drawingml/2006/main">
              <a:ext uri="{FF2B5EF4-FFF2-40B4-BE49-F238E27FC236}">
                <a16:creationId xmlns:a16="http://schemas.microsoft.com/office/drawing/2014/main" id="{EC16E524-14DC-4FDB-9294-BD2BDA5D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86200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Agent Runtime · Skills · 문서 처리 · 업무 추출</a:t>
            </a:r>
          </a:p>
        </p:txBody>
      </p:sp>
      <p:sp>
        <p:nvSpPr>
          <p:cNvPr id="375" name="s17-band-3">
            <a:extLst xmlns:a="http://schemas.openxmlformats.org/drawingml/2006/main">
              <a:ext uri="{FF2B5EF4-FFF2-40B4-BE49-F238E27FC236}">
                <a16:creationId xmlns:a16="http://schemas.microsoft.com/office/drawing/2014/main" id="{89F6725F-5A45-4E81-9D7E-38945892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104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7F9FC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7F9FC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76" name="s17-layer-3">
            <a:extLst xmlns:a="http://schemas.openxmlformats.org/drawingml/2006/main">
              <a:ext uri="{FF2B5EF4-FFF2-40B4-BE49-F238E27FC236}">
                <a16:creationId xmlns:a16="http://schemas.microsoft.com/office/drawing/2014/main" id="{952AF82C-D1CB-4DAF-9DE1-9F49D68C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데이터 정본</a:t>
            </a:r>
          </a:p>
        </p:txBody>
      </p:sp>
      <p:sp>
        <p:nvSpPr>
          <p:cNvPr id="377" name="s17-module-3">
            <a:extLst xmlns:a="http://schemas.openxmlformats.org/drawingml/2006/main">
              <a:ext uri="{FF2B5EF4-FFF2-40B4-BE49-F238E27FC236}">
                <a16:creationId xmlns:a16="http://schemas.microsoft.com/office/drawing/2014/main" id="{9C2E9641-2CB2-4108-9E91-80F97A0E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244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PostgreSQL + pgvector</a:t>
            </a:r>
          </a:p>
        </p:txBody>
      </p:sp>
      <p:sp>
        <p:nvSpPr>
          <p:cNvPr id="378" name="s17-detail-3">
            <a:extLst xmlns:a="http://schemas.openxmlformats.org/drawingml/2006/main">
              <a:ext uri="{FF2B5EF4-FFF2-40B4-BE49-F238E27FC236}">
                <a16:creationId xmlns:a16="http://schemas.microsoft.com/office/drawing/2014/main" id="{FA8EA7C9-45DA-40FC-961A-B269F451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24400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실행 · 도구 호출 · 문서 · 스킬 · 정책 상태 저장</a:t>
            </a:r>
          </a:p>
        </p:txBody>
      </p:sp>
      <p:sp>
        <p:nvSpPr>
          <p:cNvPr id="379" name="s17-note-text">
            <a:extLst xmlns:a="http://schemas.openxmlformats.org/drawingml/2006/main">
              <a:ext uri="{FF2B5EF4-FFF2-40B4-BE49-F238E27FC236}">
                <a16:creationId xmlns:a16="http://schemas.microsoft.com/office/drawing/2014/main" id="{13FF8C82-2993-4DC9-B1B6-21B432F9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상위 계층은 하위 구현을 직접 알지 않고 계약을 통해 연결</a:t>
            </a:r>
          </a:p>
        </p:txBody>
      </p:sp>
    </p:spTree>
    <p:extLst>
      <p:ext uri="{BB962C8B-B14F-4D97-AF65-F5344CB8AC3E}">
        <p14:creationId xmlns:p14="http://schemas.microsoft.com/office/powerpoint/2010/main" val="6322278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-18">
            <a:extLst xmlns:a="http://schemas.openxmlformats.org/drawingml/2006/main">
              <a:ext uri="{FF2B5EF4-FFF2-40B4-BE49-F238E27FC236}">
                <a16:creationId xmlns:a16="http://schemas.microsoft.com/office/drawing/2014/main" id="{593065A3-D110-4DDD-A80F-04D303F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39" name="top-rule-18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18">
            <a:extLst xmlns:a="http://schemas.openxmlformats.org/drawingml/2006/main">
              <a:ext uri="{FF2B5EF4-FFF2-40B4-BE49-F238E27FC236}">
                <a16:creationId xmlns:a16="http://schemas.microsoft.com/office/drawing/2014/main" id="{F9476285-3211-4C05-BDDC-E1FDF07C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03 프로젝트 수행 절차 및 방법</a:t>
            </a:r>
          </a:p>
        </p:txBody>
      </p:sp>
      <p:sp>
        <p:nvSpPr>
          <p:cNvPr id="4" name="section-18">
            <a:extLst xmlns:a="http://schemas.openxmlformats.org/drawingml/2006/main">
              <a:ext uri="{FF2B5EF4-FFF2-40B4-BE49-F238E27FC236}">
                <a16:creationId xmlns:a16="http://schemas.microsoft.com/office/drawing/2014/main" id="{A6CDAB37-AB90-44B2-95D3-28070AF9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PLATFORM STRUCTURE</a:t>
            </a:r>
          </a:p>
        </p:txBody>
      </p:sp>
      <p:sp>
        <p:nvSpPr>
          <p:cNvPr id="5" name="page-18">
            <a:extLst xmlns:a="http://schemas.openxmlformats.org/drawingml/2006/main">
              <a:ext uri="{FF2B5EF4-FFF2-40B4-BE49-F238E27FC236}">
                <a16:creationId xmlns:a16="http://schemas.microsoft.com/office/drawing/2014/main" id="{A09D3158-422B-4A55-A150-3640CFC1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pic>
        <p:nvPicPr>
          <p:cNvPr id="243" name="그림 2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03291f381421e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44" name="그림 2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0782f484d44d2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18">
            <a:extLst xmlns:a="http://schemas.openxmlformats.org/drawingml/2006/main">
              <a:ext uri="{FF2B5EF4-FFF2-40B4-BE49-F238E27FC236}">
                <a16:creationId xmlns:a16="http://schemas.microsoft.com/office/drawing/2014/main" id="{BAE4D1F1-E026-4302-8F9E-B4136530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플랫폼 실행 구조</a:t>
            </a:r>
          </a:p>
        </p:txBody>
      </p:sp>
      <p:sp>
        <p:nvSpPr>
          <p:cNvPr id="28" name="signal-18">
            <a:extLst xmlns:a="http://schemas.openxmlformats.org/drawingml/2006/main">
              <a:ext uri="{FF2B5EF4-FFF2-40B4-BE49-F238E27FC236}">
                <a16:creationId xmlns:a16="http://schemas.microsoft.com/office/drawing/2014/main" id="{CFDA07BD-118B-4A9C-99AA-EEFBB13A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ignal-label-18">
            <a:extLst xmlns:a="http://schemas.openxmlformats.org/drawingml/2006/main">
              <a:ext uri="{FF2B5EF4-FFF2-40B4-BE49-F238E27FC236}">
                <a16:creationId xmlns:a16="http://schemas.microsoft.com/office/drawing/2014/main" id="{2D49AB70-184D-4BCC-885F-67D1A066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PLATFORM STRUCTURE</a:t>
            </a:r>
          </a:p>
        </p:txBody>
      </p:sp>
      <p:sp>
        <p:nvSpPr>
          <p:cNvPr id="193" name="s18-0-top">
            <a:extLst xmlns:a="http://schemas.openxmlformats.org/drawingml/2006/main">
              <a:ext uri="{FF2B5EF4-FFF2-40B4-BE49-F238E27FC236}">
                <a16:creationId xmlns:a16="http://schemas.microsoft.com/office/drawing/2014/main" id="{E9C78BAD-09A8-4D1D-BA0F-A53F5009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4" name="s18-0-label-text">
            <a:extLst xmlns:a="http://schemas.openxmlformats.org/drawingml/2006/main">
              <a:ext uri="{FF2B5EF4-FFF2-40B4-BE49-F238E27FC236}">
                <a16:creationId xmlns:a16="http://schemas.microsoft.com/office/drawing/2014/main" id="{38490BB6-479C-4342-963B-93FA5BF7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CONTEXT</a:t>
            </a:r>
          </a:p>
        </p:txBody>
      </p:sp>
      <p:sp>
        <p:nvSpPr>
          <p:cNvPr id="195" name="s18-0-title">
            <a:extLst xmlns:a="http://schemas.openxmlformats.org/drawingml/2006/main">
              <a:ext uri="{FF2B5EF4-FFF2-40B4-BE49-F238E27FC236}">
                <a16:creationId xmlns:a16="http://schemas.microsoft.com/office/drawing/2014/main" id="{6808943D-BA63-43A2-9951-9A07E37D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3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연결 영역</a:t>
            </a:r>
          </a:p>
        </p:txBody>
      </p:sp>
      <p:sp>
        <p:nvSpPr>
          <p:cNvPr id="196" name="s18-0-body">
            <a:extLst xmlns:a="http://schemas.openxmlformats.org/drawingml/2006/main">
              <a:ext uri="{FF2B5EF4-FFF2-40B4-BE49-F238E27FC236}">
                <a16:creationId xmlns:a16="http://schemas.microsoft.com/office/drawing/2014/main" id="{5FD4CA20-EEF7-46EB-BA92-140FF55D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2476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문서 · 프로젝트 · 구성원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외부 도구 연결</a:t>
            </a:r>
          </a:p>
        </p:txBody>
      </p:sp>
      <p:sp>
        <p:nvSpPr>
          <p:cNvPr id="197" name="s18-1-top">
            <a:extLst xmlns:a="http://schemas.openxmlformats.org/drawingml/2006/main">
              <a:ext uri="{FF2B5EF4-FFF2-40B4-BE49-F238E27FC236}">
                <a16:creationId xmlns:a16="http://schemas.microsoft.com/office/drawing/2014/main" id="{87BA5511-C3DD-4F3F-A3ED-AFFF04AE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8" name="s18-1-label-text">
            <a:extLst xmlns:a="http://schemas.openxmlformats.org/drawingml/2006/main">
              <a:ext uri="{FF2B5EF4-FFF2-40B4-BE49-F238E27FC236}">
                <a16:creationId xmlns:a16="http://schemas.microsoft.com/office/drawing/2014/main" id="{717D4FF5-3A5C-4D5D-B334-45CE783B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DEFINITION</a:t>
            </a:r>
          </a:p>
        </p:txBody>
      </p:sp>
      <p:sp>
        <p:nvSpPr>
          <p:cNvPr id="199" name="s18-1-title">
            <a:extLst xmlns:a="http://schemas.openxmlformats.org/drawingml/2006/main">
              <a:ext uri="{FF2B5EF4-FFF2-40B4-BE49-F238E27FC236}">
                <a16:creationId xmlns:a16="http://schemas.microsoft.com/office/drawing/2014/main" id="{9870103E-8473-4C3B-92E2-187E1AE9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구성 영역</a:t>
            </a:r>
          </a:p>
        </p:txBody>
      </p:sp>
      <p:sp>
        <p:nvSpPr>
          <p:cNvPr id="200" name="s18-1-body">
            <a:extLst xmlns:a="http://schemas.openxmlformats.org/drawingml/2006/main">
              <a:ext uri="{FF2B5EF4-FFF2-40B4-BE49-F238E27FC236}">
                <a16:creationId xmlns:a16="http://schemas.microsoft.com/office/drawing/2014/main" id="{7209E455-DE55-47D3-8FDF-7C1F1AEA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2476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에이전트 · 버전 · 모델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도구 · 스킬 설정</a:t>
            </a:r>
          </a:p>
        </p:txBody>
      </p:sp>
      <p:sp>
        <p:nvSpPr>
          <p:cNvPr id="201" name="s18-2-top">
            <a:extLst xmlns:a="http://schemas.openxmlformats.org/drawingml/2006/main">
              <a:ext uri="{FF2B5EF4-FFF2-40B4-BE49-F238E27FC236}">
                <a16:creationId xmlns:a16="http://schemas.microsoft.com/office/drawing/2014/main" id="{423F2F8B-B6C9-453A-BFFC-64361B7B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2" name="s18-2-label-text">
            <a:extLst xmlns:a="http://schemas.openxmlformats.org/drawingml/2006/main">
              <a:ext uri="{FF2B5EF4-FFF2-40B4-BE49-F238E27FC236}">
                <a16:creationId xmlns:a16="http://schemas.microsoft.com/office/drawing/2014/main" id="{0395613C-5249-4BA2-8E35-994C3A95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RUNTIME</a:t>
            </a:r>
          </a:p>
        </p:txBody>
      </p:sp>
      <p:sp>
        <p:nvSpPr>
          <p:cNvPr id="203" name="s18-2-title">
            <a:extLst xmlns:a="http://schemas.openxmlformats.org/drawingml/2006/main">
              <a:ext uri="{FF2B5EF4-FFF2-40B4-BE49-F238E27FC236}">
                <a16:creationId xmlns:a16="http://schemas.microsoft.com/office/drawing/2014/main" id="{D4FAF1EC-328A-428F-8D70-A5D533C4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실행 영역</a:t>
            </a:r>
          </a:p>
        </p:txBody>
      </p:sp>
      <p:sp>
        <p:nvSpPr>
          <p:cNvPr id="204" name="s18-2-body">
            <a:extLst xmlns:a="http://schemas.openxmlformats.org/drawingml/2006/main">
              <a:ext uri="{FF2B5EF4-FFF2-40B4-BE49-F238E27FC236}">
                <a16:creationId xmlns:a16="http://schemas.microsoft.com/office/drawing/2014/main" id="{3F47571A-B0FF-40AC-A5A5-1B85A76E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2476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채팅 · 위임 · 도구 호출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근거와 실행 결과</a:t>
            </a:r>
          </a:p>
        </p:txBody>
      </p:sp>
      <p:sp>
        <p:nvSpPr>
          <p:cNvPr id="205" name="s18-3-top">
            <a:extLst xmlns:a="http://schemas.openxmlformats.org/drawingml/2006/main">
              <a:ext uri="{FF2B5EF4-FFF2-40B4-BE49-F238E27FC236}">
                <a16:creationId xmlns:a16="http://schemas.microsoft.com/office/drawing/2014/main" id="{823C48A6-AE61-46B2-9F38-ADF8AFF0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6" name="s18-3-label-text">
            <a:extLst xmlns:a="http://schemas.openxmlformats.org/drawingml/2006/main">
              <a:ext uri="{FF2B5EF4-FFF2-40B4-BE49-F238E27FC236}">
                <a16:creationId xmlns:a16="http://schemas.microsoft.com/office/drawing/2014/main" id="{9EAB6952-9E91-4774-9517-8FF32488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CONTROL</a:t>
            </a:r>
          </a:p>
        </p:txBody>
      </p:sp>
      <p:sp>
        <p:nvSpPr>
          <p:cNvPr id="207" name="s18-3-title">
            <a:extLst xmlns:a="http://schemas.openxmlformats.org/drawingml/2006/main">
              <a:ext uri="{FF2B5EF4-FFF2-40B4-BE49-F238E27FC236}">
                <a16:creationId xmlns:a16="http://schemas.microsoft.com/office/drawing/2014/main" id="{7E1A12E0-50F5-4A25-8F03-441CEBA6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43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통제 영역</a:t>
            </a:r>
          </a:p>
        </p:txBody>
      </p:sp>
      <p:sp>
        <p:nvSpPr>
          <p:cNvPr id="208" name="s18-3-body">
            <a:extLst xmlns:a="http://schemas.openxmlformats.org/drawingml/2006/main">
              <a:ext uri="{FF2B5EF4-FFF2-40B4-BE49-F238E27FC236}">
                <a16:creationId xmlns:a16="http://schemas.microsoft.com/office/drawing/2014/main" id="{02E49ADF-A4AC-4B5C-B9C7-D1960F56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476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승인 · 로그 · 사용량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운영 정책과 권한</a:t>
            </a:r>
          </a:p>
        </p:txBody>
      </p:sp>
      <p:sp>
        <p:nvSpPr>
          <p:cNvPr id="209" name="s18-note">
            <a:extLst xmlns:a="http://schemas.openxmlformats.org/drawingml/2006/main">
              <a:ext uri="{FF2B5EF4-FFF2-40B4-BE49-F238E27FC236}">
                <a16:creationId xmlns:a16="http://schemas.microsoft.com/office/drawing/2014/main" id="{6359469C-A7B3-4B22-A7B2-B79907A6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네 영역은 순서가 아니라 하나의 실행을 함께 구성하는 플랫폼 책임</a:t>
            </a:r>
          </a:p>
        </p:txBody>
      </p:sp>
    </p:spTree>
    <p:extLst>
      <p:ext uri="{BB962C8B-B14F-4D97-AF65-F5344CB8AC3E}">
        <p14:creationId xmlns:p14="http://schemas.microsoft.com/office/powerpoint/2010/main" val="10906585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-19">
            <a:extLst xmlns:a="http://schemas.openxmlformats.org/drawingml/2006/main">
              <a:ext uri="{FF2B5EF4-FFF2-40B4-BE49-F238E27FC236}">
                <a16:creationId xmlns:a16="http://schemas.microsoft.com/office/drawing/2014/main" id="{A2EC7E7A-9666-4C2F-860C-F6516A8E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25" name="top-rule-19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19">
            <a:extLst xmlns:a="http://schemas.openxmlformats.org/drawingml/2006/main">
              <a:ext uri="{FF2B5EF4-FFF2-40B4-BE49-F238E27FC236}">
                <a16:creationId xmlns:a16="http://schemas.microsoft.com/office/drawing/2014/main" id="{D9DB3F7C-EDA7-4876-BBC9-3A12FF42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03 프로젝트 수행 절차 및 방법</a:t>
            </a:r>
          </a:p>
        </p:txBody>
      </p:sp>
      <p:sp>
        <p:nvSpPr>
          <p:cNvPr id="4" name="section-19">
            <a:extLst xmlns:a="http://schemas.openxmlformats.org/drawingml/2006/main">
              <a:ext uri="{FF2B5EF4-FFF2-40B4-BE49-F238E27FC236}">
                <a16:creationId xmlns:a16="http://schemas.microsoft.com/office/drawing/2014/main" id="{EA088D3C-32BB-4303-A38E-CD120936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DEPLOYMENT</a:t>
            </a:r>
          </a:p>
        </p:txBody>
      </p:sp>
      <p:sp>
        <p:nvSpPr>
          <p:cNvPr id="5" name="page-19">
            <a:extLst xmlns:a="http://schemas.openxmlformats.org/drawingml/2006/main">
              <a:ext uri="{FF2B5EF4-FFF2-40B4-BE49-F238E27FC236}">
                <a16:creationId xmlns:a16="http://schemas.microsoft.com/office/drawing/2014/main" id="{B1FB6A23-2095-4103-9D35-1635DDB7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pic>
        <p:nvPicPr>
          <p:cNvPr id="429" name="그림 40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1b1a41efc4103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30" name="그림 4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132bbef2649cd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19">
            <a:extLst xmlns:a="http://schemas.openxmlformats.org/drawingml/2006/main">
              <a:ext uri="{FF2B5EF4-FFF2-40B4-BE49-F238E27FC236}">
                <a16:creationId xmlns:a16="http://schemas.microsoft.com/office/drawing/2014/main" id="{19ECD136-EAE6-4129-A8B5-06451B60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배포 구성</a:t>
            </a:r>
          </a:p>
        </p:txBody>
      </p:sp>
      <p:sp>
        <p:nvSpPr>
          <p:cNvPr id="21" name="signal-19">
            <a:extLst xmlns:a="http://schemas.openxmlformats.org/drawingml/2006/main">
              <a:ext uri="{FF2B5EF4-FFF2-40B4-BE49-F238E27FC236}">
                <a16:creationId xmlns:a16="http://schemas.microsoft.com/office/drawing/2014/main" id="{811AC8CA-FCA8-4728-AF61-11004F1B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ignal-label-19">
            <a:extLst xmlns:a="http://schemas.openxmlformats.org/drawingml/2006/main">
              <a:ext uri="{FF2B5EF4-FFF2-40B4-BE49-F238E27FC236}">
                <a16:creationId xmlns:a16="http://schemas.microsoft.com/office/drawing/2014/main" id="{92D386F8-D9F9-4671-A9A4-937B3467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DEPLOYMENT</a:t>
            </a:r>
          </a:p>
        </p:txBody>
      </p:sp>
      <p:sp>
        <p:nvSpPr>
          <p:cNvPr id="363" name="s19-browser-app">
            <a:extLst xmlns:a="http://schemas.openxmlformats.org/drawingml/2006/main">
              <a:ext uri="{FF2B5EF4-FFF2-40B4-BE49-F238E27FC236}">
                <a16:creationId xmlns:a16="http://schemas.microsoft.com/office/drawing/2014/main" id="{92D0450D-72DA-4506-960B-6C22BF3F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575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8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4" name="s19-rds-h1">
            <a:extLst xmlns:a="http://schemas.openxmlformats.org/drawingml/2006/main">
              <a:ext uri="{FF2B5EF4-FFF2-40B4-BE49-F238E27FC236}">
                <a16:creationId xmlns:a16="http://schemas.microsoft.com/office/drawing/2014/main" id="{7391E80D-6F45-41BC-9EF7-F735D714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5" name="s19-rds-v">
            <a:extLst xmlns:a="http://schemas.openxmlformats.org/drawingml/2006/main">
              <a:ext uri="{FF2B5EF4-FFF2-40B4-BE49-F238E27FC236}">
                <a16:creationId xmlns:a16="http://schemas.microsoft.com/office/drawing/2014/main" id="{E65FD436-5569-4EE1-AB20-54CA5301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6" name="s19-rds-h2">
            <a:extLst xmlns:a="http://schemas.openxmlformats.org/drawingml/2006/main">
              <a:ext uri="{FF2B5EF4-FFF2-40B4-BE49-F238E27FC236}">
                <a16:creationId xmlns:a16="http://schemas.microsoft.com/office/drawing/2014/main" id="{E20FBCBA-9BEA-4632-AA13-7D121099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7" name="s19-runpod-h1">
            <a:extLst xmlns:a="http://schemas.openxmlformats.org/drawingml/2006/main">
              <a:ext uri="{FF2B5EF4-FFF2-40B4-BE49-F238E27FC236}">
                <a16:creationId xmlns:a16="http://schemas.microsoft.com/office/drawing/2014/main" id="{2E9FDCAD-626C-4812-B379-ABC2A4DC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8" name="s19-runpod-v">
            <a:extLst xmlns:a="http://schemas.openxmlformats.org/drawingml/2006/main">
              <a:ext uri="{FF2B5EF4-FFF2-40B4-BE49-F238E27FC236}">
                <a16:creationId xmlns:a16="http://schemas.microsoft.com/office/drawing/2014/main" id="{9B0458D3-055C-453E-AA9B-CEB1349E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9" name="s19-runpod-h2">
            <a:extLst xmlns:a="http://schemas.openxmlformats.org/drawingml/2006/main">
              <a:ext uri="{FF2B5EF4-FFF2-40B4-BE49-F238E27FC236}">
                <a16:creationId xmlns:a16="http://schemas.microsoft.com/office/drawing/2014/main" id="{50CC6E9E-FC69-4353-8270-60CDC003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290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0" name="s19-validator-h1">
            <a:extLst xmlns:a="http://schemas.openxmlformats.org/drawingml/2006/main">
              <a:ext uri="{FF2B5EF4-FFF2-40B4-BE49-F238E27FC236}">
                <a16:creationId xmlns:a16="http://schemas.microsoft.com/office/drawing/2014/main" id="{5508683B-6E6A-495F-95D9-36C6706D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1" name="s19-validator-v">
            <a:extLst xmlns:a="http://schemas.openxmlformats.org/drawingml/2006/main">
              <a:ext uri="{FF2B5EF4-FFF2-40B4-BE49-F238E27FC236}">
                <a16:creationId xmlns:a16="http://schemas.microsoft.com/office/drawing/2014/main" id="{E7934532-F27E-4F1F-8B4E-E210B516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0" cy="1924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2" name="s19-validator-h2">
            <a:extLst xmlns:a="http://schemas.openxmlformats.org/drawingml/2006/main">
              <a:ext uri="{FF2B5EF4-FFF2-40B4-BE49-F238E27FC236}">
                <a16:creationId xmlns:a16="http://schemas.microsoft.com/office/drawing/2014/main" id="{4FDE649A-A528-4339-9AEF-7A7B74AB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006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3" name="s19-browser">
            <a:extLst xmlns:a="http://schemas.openxmlformats.org/drawingml/2006/main">
              <a:ext uri="{FF2B5EF4-FFF2-40B4-BE49-F238E27FC236}">
                <a16:creationId xmlns:a16="http://schemas.microsoft.com/office/drawing/2014/main" id="{8E82675F-22D0-45A3-828C-2E07B709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152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74" name="s19-browser-label-text">
            <a:extLst xmlns:a="http://schemas.openxmlformats.org/drawingml/2006/main">
              <a:ext uri="{FF2B5EF4-FFF2-40B4-BE49-F238E27FC236}">
                <a16:creationId xmlns:a16="http://schemas.microsoft.com/office/drawing/2014/main" id="{76F24BBE-181F-4F13-A675-D883970A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CLIENT</a:t>
            </a:r>
          </a:p>
        </p:txBody>
      </p:sp>
      <p:sp>
        <p:nvSpPr>
          <p:cNvPr id="375" name="s19-browser-title">
            <a:extLst xmlns:a="http://schemas.openxmlformats.org/drawingml/2006/main">
              <a:ext uri="{FF2B5EF4-FFF2-40B4-BE49-F238E27FC236}">
                <a16:creationId xmlns:a16="http://schemas.microsoft.com/office/drawing/2014/main" id="{0345A8BD-610F-4A7A-AF18-99064128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Web Browser</a:t>
            </a:r>
          </a:p>
        </p:txBody>
      </p:sp>
      <p:sp>
        <p:nvSpPr>
          <p:cNvPr id="376" name="s19-browser-body">
            <a:extLst xmlns:a="http://schemas.openxmlformats.org/drawingml/2006/main">
              <a:ext uri="{FF2B5EF4-FFF2-40B4-BE49-F238E27FC236}">
                <a16:creationId xmlns:a16="http://schemas.microsoft.com/office/drawing/2014/main" id="{7ECF5F61-CAEA-4351-8270-7095708A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사용자 · 운영자 화면</a:t>
            </a:r>
          </a:p>
        </p:txBody>
      </p:sp>
      <p:sp>
        <p:nvSpPr>
          <p:cNvPr id="377" name="s19-app">
            <a:extLst xmlns:a="http://schemas.openxmlformats.org/drawingml/2006/main">
              <a:ext uri="{FF2B5EF4-FFF2-40B4-BE49-F238E27FC236}">
                <a16:creationId xmlns:a16="http://schemas.microsoft.com/office/drawing/2014/main" id="{36F1AA31-7062-434D-9CE5-0902E2AC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71700"/>
            <a:ext cx="27241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0A1020"/>
          </a:solidFill>
          <a:ln xmlns:a="http://schemas.openxmlformats.org/drawingml/2006/main" w="9525">
            <a:solidFill>
              <a:srgbClr val="0A1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78" name="s19-app-label-text">
            <a:extLst xmlns:a="http://schemas.openxmlformats.org/drawingml/2006/main">
              <a:ext uri="{FF2B5EF4-FFF2-40B4-BE49-F238E27FC236}">
                <a16:creationId xmlns:a16="http://schemas.microsoft.com/office/drawing/2014/main" id="{BDCDF2AD-7E3B-4EDC-8099-8281AFFF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0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rPr>
              <a:t>APPLICATION</a:t>
            </a:r>
          </a:p>
        </p:txBody>
      </p:sp>
      <p:sp>
        <p:nvSpPr>
          <p:cNvPr id="379" name="s19-app-title">
            <a:extLst xmlns:a="http://schemas.openxmlformats.org/drawingml/2006/main">
              <a:ext uri="{FF2B5EF4-FFF2-40B4-BE49-F238E27FC236}">
                <a16:creationId xmlns:a16="http://schemas.microsoft.com/office/drawing/2014/main" id="{7655E72D-685B-403A-9245-626B5A40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WEB / API</a:t>
            </a:r>
          </a:p>
        </p:txBody>
      </p:sp>
      <p:sp>
        <p:nvSpPr>
          <p:cNvPr id="380" name="s19-app-body">
            <a:extLst xmlns:a="http://schemas.openxmlformats.org/drawingml/2006/main">
              <a:ext uri="{FF2B5EF4-FFF2-40B4-BE49-F238E27FC236}">
                <a16:creationId xmlns:a16="http://schemas.microsoft.com/office/drawing/2014/main" id="{4704E75B-4B48-48F7-975F-9AE37FD3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337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EC2 · Docker · Caddy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Django application</a:t>
            </a:r>
          </a:p>
        </p:txBody>
      </p:sp>
      <p:sp>
        <p:nvSpPr>
          <p:cNvPr id="381" name="s19-service-0">
            <a:extLst xmlns:a="http://schemas.openxmlformats.org/drawingml/2006/main">
              <a:ext uri="{FF2B5EF4-FFF2-40B4-BE49-F238E27FC236}">
                <a16:creationId xmlns:a16="http://schemas.microsoft.com/office/drawing/2014/main" id="{E8EDAC2C-8479-4932-A662-691D3DE9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82" name="s19-service-bar-0">
            <a:extLst xmlns:a="http://schemas.openxmlformats.org/drawingml/2006/main">
              <a:ext uri="{FF2B5EF4-FFF2-40B4-BE49-F238E27FC236}">
                <a16:creationId xmlns:a16="http://schemas.microsoft.com/office/drawing/2014/main" id="{8E704E7B-D47F-4013-A1C6-70523C27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3" name="s19-service-label-0-text">
            <a:extLst xmlns:a="http://schemas.openxmlformats.org/drawingml/2006/main">
              <a:ext uri="{FF2B5EF4-FFF2-40B4-BE49-F238E27FC236}">
                <a16:creationId xmlns:a16="http://schemas.microsoft.com/office/drawing/2014/main" id="{F5870C93-133C-4ABA-8245-998D5D47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DATA</a:t>
            </a:r>
          </a:p>
        </p:txBody>
      </p:sp>
      <p:sp>
        <p:nvSpPr>
          <p:cNvPr id="384" name="s19-service-title-0">
            <a:extLst xmlns:a="http://schemas.openxmlformats.org/drawingml/2006/main">
              <a:ext uri="{FF2B5EF4-FFF2-40B4-BE49-F238E27FC236}">
                <a16:creationId xmlns:a16="http://schemas.microsoft.com/office/drawing/2014/main" id="{CAF23B08-CE36-4F8A-B752-A775B72D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AWS RDS</a:t>
            </a:r>
          </a:p>
        </p:txBody>
      </p:sp>
      <p:sp>
        <p:nvSpPr>
          <p:cNvPr id="385" name="s19-service-body-0">
            <a:extLst xmlns:a="http://schemas.openxmlformats.org/drawingml/2006/main">
              <a:ext uri="{FF2B5EF4-FFF2-40B4-BE49-F238E27FC236}">
                <a16:creationId xmlns:a16="http://schemas.microsoft.com/office/drawing/2014/main" id="{5C7EDD07-A9E3-4B4A-AF4E-6F651CAA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241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PostgreSQL 17 · pgvector</a:t>
            </a:r>
          </a:p>
        </p:txBody>
      </p:sp>
      <p:sp>
        <p:nvSpPr>
          <p:cNvPr id="386" name="s19-service-1">
            <a:extLst xmlns:a="http://schemas.openxmlformats.org/drawingml/2006/main">
              <a:ext uri="{FF2B5EF4-FFF2-40B4-BE49-F238E27FC236}">
                <a16:creationId xmlns:a16="http://schemas.microsoft.com/office/drawing/2014/main" id="{05E13078-63B7-46B7-9C3D-FAC77AE0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87" name="s19-service-bar-1">
            <a:extLst xmlns:a="http://schemas.openxmlformats.org/drawingml/2006/main">
              <a:ext uri="{FF2B5EF4-FFF2-40B4-BE49-F238E27FC236}">
                <a16:creationId xmlns:a16="http://schemas.microsoft.com/office/drawing/2014/main" id="{5BAAEDB7-EFD0-4DA2-B4D9-BE7CA1DF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8" name="s19-service-label-1-text">
            <a:extLst xmlns:a="http://schemas.openxmlformats.org/drawingml/2006/main">
              <a:ext uri="{FF2B5EF4-FFF2-40B4-BE49-F238E27FC236}">
                <a16:creationId xmlns:a16="http://schemas.microsoft.com/office/drawing/2014/main" id="{B107736E-916C-4659-87A9-DB20658A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DOCUMENT WORKER</a:t>
            </a:r>
          </a:p>
        </p:txBody>
      </p:sp>
      <p:sp>
        <p:nvSpPr>
          <p:cNvPr id="389" name="s19-service-title-1">
            <a:extLst xmlns:a="http://schemas.openxmlformats.org/drawingml/2006/main">
              <a:ext uri="{FF2B5EF4-FFF2-40B4-BE49-F238E27FC236}">
                <a16:creationId xmlns:a16="http://schemas.microsoft.com/office/drawing/2014/main" id="{3D6A5A9E-A1E3-4EBF-900F-6FDFF63A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RunPod</a:t>
            </a:r>
          </a:p>
        </p:txBody>
      </p:sp>
      <p:sp>
        <p:nvSpPr>
          <p:cNvPr id="390" name="s19-service-body-1">
            <a:extLst xmlns:a="http://schemas.openxmlformats.org/drawingml/2006/main">
              <a:ext uri="{FF2B5EF4-FFF2-40B4-BE49-F238E27FC236}">
                <a16:creationId xmlns:a16="http://schemas.microsoft.com/office/drawing/2014/main" id="{81A86779-29A9-48A8-BE25-3BA008A4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95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파싱·청킹·임베딩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코드 통합 · 운영 E2E 대기</a:t>
            </a:r>
          </a:p>
        </p:txBody>
      </p:sp>
      <p:sp>
        <p:nvSpPr>
          <p:cNvPr id="391" name="s19-service-2">
            <a:extLst xmlns:a="http://schemas.openxmlformats.org/drawingml/2006/main">
              <a:ext uri="{FF2B5EF4-FFF2-40B4-BE49-F238E27FC236}">
                <a16:creationId xmlns:a16="http://schemas.microsoft.com/office/drawing/2014/main" id="{4FC63727-2FC0-4974-B0DC-3ACE09C8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92" name="s19-service-bar-2">
            <a:extLst xmlns:a="http://schemas.openxmlformats.org/drawingml/2006/main">
              <a:ext uri="{FF2B5EF4-FFF2-40B4-BE49-F238E27FC236}">
                <a16:creationId xmlns:a16="http://schemas.microsoft.com/office/drawing/2014/main" id="{495BED11-8475-40E1-A7EC-978E11C4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3" name="s19-service-label-2-text">
            <a:extLst xmlns:a="http://schemas.openxmlformats.org/drawingml/2006/main">
              <a:ext uri="{FF2B5EF4-FFF2-40B4-BE49-F238E27FC236}">
                <a16:creationId xmlns:a16="http://schemas.microsoft.com/office/drawing/2014/main" id="{EE320645-794C-4BE1-AA78-59B98A98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VALIDATION WORKER</a:t>
            </a:r>
          </a:p>
        </p:txBody>
      </p:sp>
      <p:sp>
        <p:nvSpPr>
          <p:cNvPr id="394" name="s19-service-title-2">
            <a:extLst xmlns:a="http://schemas.openxmlformats.org/drawingml/2006/main">
              <a:ext uri="{FF2B5EF4-FFF2-40B4-BE49-F238E27FC236}">
                <a16:creationId xmlns:a16="http://schemas.microsoft.com/office/drawing/2014/main" id="{FD8B635E-9B7F-4B15-AB7B-D6800E3A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673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Skill Validation Worker</a:t>
            </a:r>
          </a:p>
        </p:txBody>
      </p:sp>
      <p:sp>
        <p:nvSpPr>
          <p:cNvPr id="395" name="s19-service-body-2">
            <a:extLst xmlns:a="http://schemas.openxmlformats.org/drawingml/2006/main">
              <a:ext uri="{FF2B5EF4-FFF2-40B4-BE49-F238E27FC236}">
                <a16:creationId xmlns:a16="http://schemas.microsoft.com/office/drawing/2014/main" id="{17011BC0-523B-40D1-8F6E-8428308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67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12×3 라우팅·행동 3건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외부 포트 미노출</a:t>
            </a:r>
          </a:p>
        </p:txBody>
      </p:sp>
    </p:spTree>
    <p:extLst>
      <p:ext uri="{BB962C8B-B14F-4D97-AF65-F5344CB8AC3E}">
        <p14:creationId xmlns:p14="http://schemas.microsoft.com/office/powerpoint/2010/main" val="14578095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8EE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20">
            <a:extLst xmlns:a="http://schemas.openxmlformats.org/drawingml/2006/main">
              <a:ext uri="{FF2B5EF4-FFF2-40B4-BE49-F238E27FC236}">
                <a16:creationId xmlns:a16="http://schemas.microsoft.com/office/drawing/2014/main" id="{8C386E24-4856-4EBA-9010-003F5F75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accent-20">
            <a:extLst xmlns:a="http://schemas.openxmlformats.org/drawingml/2006/main">
              <a:ext uri="{FF2B5EF4-FFF2-40B4-BE49-F238E27FC236}">
                <a16:creationId xmlns:a16="http://schemas.microsoft.com/office/drawing/2014/main" id="{BF00B60C-B323-469E-9247-63C63392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div-no-20">
            <a:extLst xmlns:a="http://schemas.openxmlformats.org/drawingml/2006/main">
              <a:ext uri="{FF2B5EF4-FFF2-40B4-BE49-F238E27FC236}">
                <a16:creationId xmlns:a16="http://schemas.microsoft.com/office/drawing/2014/main" id="{F1B5F766-22C0-44DD-9434-431C12B6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" name="div-title-20">
            <a:extLst xmlns:a="http://schemas.openxmlformats.org/drawingml/2006/main">
              <a:ext uri="{FF2B5EF4-FFF2-40B4-BE49-F238E27FC236}">
                <a16:creationId xmlns:a16="http://schemas.microsoft.com/office/drawing/2014/main" id="{56DD21CB-4798-433E-A315-72F03496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프로젝트 수행 결과</a:t>
            </a:r>
          </a:p>
        </p:txBody>
      </p:sp>
      <p:sp>
        <p:nvSpPr>
          <p:cNvPr id="5" name="div-sub-20">
            <a:extLst xmlns:a="http://schemas.openxmlformats.org/drawingml/2006/main">
              <a:ext uri="{FF2B5EF4-FFF2-40B4-BE49-F238E27FC236}">
                <a16:creationId xmlns:a16="http://schemas.microsoft.com/office/drawing/2014/main" id="{490B0021-DFBF-48E7-94E3-A970530F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현재 코드에서 확인한 제품·런타임·스킬·문서·운영 기능의 구현 범위</a:t>
            </a:r>
          </a:p>
        </p:txBody>
      </p:sp>
      <p:cxnSp>
        <p:nvCxnSpPr>
          <p:cNvPr id="208" name="div-line-20"/>
          <p:cNvCxnSpPr/>
          <p:nvPr/>
        </p:nvCxnSpPr>
        <p:spPr>
          <a:xfrm xmlns:a="http://schemas.openxmlformats.org/drawingml/2006/main">
            <a:off x="628650" y="53911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C8DB"/>
            </a:solidFill>
            <a:prstDash val="solid"/>
          </a:ln>
        </p:spPr>
      </p:cxnSp>
      <p:sp>
        <p:nvSpPr>
          <p:cNvPr id="7" name="div-key-20">
            <a:extLst xmlns:a="http://schemas.openxmlformats.org/drawingml/2006/main">
              <a:ext uri="{FF2B5EF4-FFF2-40B4-BE49-F238E27FC236}">
                <a16:creationId xmlns:a16="http://schemas.microsoft.com/office/drawing/2014/main" id="{DEA63FB4-6B4A-4BCC-B7AE-C32EB612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CODE · PRODUCT · RUNTIME · OPERATIONS</a:t>
            </a:r>
          </a:p>
        </p:txBody>
      </p:sp>
      <p:sp>
        <p:nvSpPr>
          <p:cNvPr id="8" name="div-page-20">
            <a:extLst xmlns:a="http://schemas.openxmlformats.org/drawingml/2006/main">
              <a:ext uri="{FF2B5EF4-FFF2-40B4-BE49-F238E27FC236}">
                <a16:creationId xmlns:a16="http://schemas.microsoft.com/office/drawing/2014/main" id="{409C776A-E4BD-4BCB-83E4-4A583AD3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67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pic>
        <p:nvPicPr>
          <p:cNvPr id="211" name="그림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8ac9a531e4cf2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12" name="그림 1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3dcd7f3754cbc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695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E8EE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21">
            <a:extLst xmlns:a="http://schemas.openxmlformats.org/drawingml/2006/main">
              <a:ext uri="{FF2B5EF4-FFF2-40B4-BE49-F238E27FC236}">
                <a16:creationId xmlns:a16="http://schemas.microsoft.com/office/drawing/2014/main" id="{ADFA5707-B0EA-412A-BA19-F3D94C04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accent-21">
            <a:extLst xmlns:a="http://schemas.openxmlformats.org/drawingml/2006/main">
              <a:ext uri="{FF2B5EF4-FFF2-40B4-BE49-F238E27FC236}">
                <a16:creationId xmlns:a16="http://schemas.microsoft.com/office/drawing/2014/main" id="{21E40833-4F6A-4A53-B099-923568D3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div-no-21">
            <a:extLst xmlns:a="http://schemas.openxmlformats.org/drawingml/2006/main">
              <a:ext uri="{FF2B5EF4-FFF2-40B4-BE49-F238E27FC236}">
                <a16:creationId xmlns:a16="http://schemas.microsoft.com/office/drawing/2014/main" id="{27F0D743-8591-4B97-84E0-92F910A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04A</a:t>
            </a:r>
          </a:p>
        </p:txBody>
      </p:sp>
      <p:sp>
        <p:nvSpPr>
          <p:cNvPr id="4" name="div-title-21">
            <a:extLst xmlns:a="http://schemas.openxmlformats.org/drawingml/2006/main">
              <a:ext uri="{FF2B5EF4-FFF2-40B4-BE49-F238E27FC236}">
                <a16:creationId xmlns:a16="http://schemas.microsoft.com/office/drawing/2014/main" id="{28D62E8C-ECF1-4241-84FC-DB7E2C94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Agent Platform 구현 결과</a:t>
            </a:r>
          </a:p>
        </p:txBody>
      </p:sp>
      <p:sp>
        <p:nvSpPr>
          <p:cNvPr id="5" name="div-sub-21">
            <a:extLst xmlns:a="http://schemas.openxmlformats.org/drawingml/2006/main">
              <a:ext uri="{FF2B5EF4-FFF2-40B4-BE49-F238E27FC236}">
                <a16:creationId xmlns:a16="http://schemas.microsoft.com/office/drawing/2014/main" id="{3D43EE03-3D61-450C-8D7F-420CBD38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에이전트 정의·버전 관리·채팅 실행을 연결한 사용자 흐름</a:t>
            </a:r>
          </a:p>
        </p:txBody>
      </p:sp>
      <p:cxnSp>
        <p:nvCxnSpPr>
          <p:cNvPr id="208" name="div-line-21"/>
          <p:cNvCxnSpPr/>
          <p:nvPr/>
        </p:nvCxnSpPr>
        <p:spPr>
          <a:xfrm xmlns:a="http://schemas.openxmlformats.org/drawingml/2006/main">
            <a:off x="628650" y="53911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C8DB"/>
            </a:solidFill>
            <a:prstDash val="solid"/>
          </a:ln>
        </p:spPr>
      </p:cxnSp>
      <p:sp>
        <p:nvSpPr>
          <p:cNvPr id="7" name="div-key-21">
            <a:extLst xmlns:a="http://schemas.openxmlformats.org/drawingml/2006/main">
              <a:ext uri="{FF2B5EF4-FFF2-40B4-BE49-F238E27FC236}">
                <a16:creationId xmlns:a16="http://schemas.microsoft.com/office/drawing/2014/main" id="{993E6579-4EB2-42FB-B748-7512313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DEFINE · CONFIGURE · ACTIVATE · RUN</a:t>
            </a:r>
          </a:p>
        </p:txBody>
      </p:sp>
      <p:sp>
        <p:nvSpPr>
          <p:cNvPr id="8" name="div-page-21">
            <a:extLst xmlns:a="http://schemas.openxmlformats.org/drawingml/2006/main">
              <a:ext uri="{FF2B5EF4-FFF2-40B4-BE49-F238E27FC236}">
                <a16:creationId xmlns:a16="http://schemas.microsoft.com/office/drawing/2014/main" id="{52131FBC-B2CC-45F0-A735-F41B8FD9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67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pic>
        <p:nvPicPr>
          <p:cNvPr id="211" name="그림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f99f1af4f4b99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12" name="그림 1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a19c6a4ab4b4d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004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accent-22">
            <a:extLst xmlns:a="http://schemas.openxmlformats.org/drawingml/2006/main">
              <a:ext uri="{FF2B5EF4-FFF2-40B4-BE49-F238E27FC236}">
                <a16:creationId xmlns:a16="http://schemas.microsoft.com/office/drawing/2014/main" id="{3BA2AC41-48D5-424C-BEE7-FDAAB32F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555" name="top-rule-22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22">
            <a:extLst xmlns:a="http://schemas.openxmlformats.org/drawingml/2006/main">
              <a:ext uri="{FF2B5EF4-FFF2-40B4-BE49-F238E27FC236}">
                <a16:creationId xmlns:a16="http://schemas.microsoft.com/office/drawing/2014/main" id="{4F444D54-D87A-4372-A346-B326CE57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22">
            <a:extLst xmlns:a="http://schemas.openxmlformats.org/drawingml/2006/main">
              <a:ext uri="{FF2B5EF4-FFF2-40B4-BE49-F238E27FC236}">
                <a16:creationId xmlns:a16="http://schemas.microsoft.com/office/drawing/2014/main" id="{3321F91A-25CE-4EFD-8707-FB17CCE0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AGENT PLATFORM</a:t>
            </a:r>
          </a:p>
        </p:txBody>
      </p:sp>
      <p:sp>
        <p:nvSpPr>
          <p:cNvPr id="5" name="page-22">
            <a:extLst xmlns:a="http://schemas.openxmlformats.org/drawingml/2006/main">
              <a:ext uri="{FF2B5EF4-FFF2-40B4-BE49-F238E27FC236}">
                <a16:creationId xmlns:a16="http://schemas.microsoft.com/office/drawing/2014/main" id="{5167A69E-17D5-4067-BEF3-8D9894CE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pic>
        <p:nvPicPr>
          <p:cNvPr id="559" name="그림 4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bc987360c466b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560" name="그림 4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727f0afde473b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22">
            <a:extLst xmlns:a="http://schemas.openxmlformats.org/drawingml/2006/main">
              <a:ext uri="{FF2B5EF4-FFF2-40B4-BE49-F238E27FC236}">
                <a16:creationId xmlns:a16="http://schemas.microsoft.com/office/drawing/2014/main" id="{547A586B-0758-4625-A38E-9017D6A4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에이전트 구성과 실행</a:t>
            </a:r>
          </a:p>
        </p:txBody>
      </p:sp>
      <p:sp>
        <p:nvSpPr>
          <p:cNvPr id="9" name="platform-evidence-claim">
            <a:extLst xmlns:a="http://schemas.openxmlformats.org/drawingml/2006/main">
              <a:ext uri="{FF2B5EF4-FFF2-40B4-BE49-F238E27FC236}">
                <a16:creationId xmlns:a16="http://schemas.microsoft.com/office/drawing/2014/main" id="{06134418-7B17-46F6-B03E-FFE842DD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4953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정의·버전·활성화·채팅 실행을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하나의 사용자 흐름으로 연결</a:t>
            </a:r>
          </a:p>
        </p:txBody>
      </p:sp>
      <p:sp>
        <p:nvSpPr>
          <p:cNvPr id="10" name="platform-evidence-detail">
            <a:extLst xmlns:a="http://schemas.openxmlformats.org/drawingml/2006/main">
              <a:ext uri="{FF2B5EF4-FFF2-40B4-BE49-F238E27FC236}">
                <a16:creationId xmlns:a16="http://schemas.microsoft.com/office/drawing/2014/main" id="{AAF8987E-F8EE-4A64-958B-2A84B291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상태 3종 · 내장 도구 32종 · 팀별 활성 버전</a:t>
            </a:r>
          </a:p>
        </p:txBody>
      </p:sp>
      <p:sp>
        <p:nvSpPr>
          <p:cNvPr id="11" name="platform-evidence-caption">
            <a:extLst xmlns:a="http://schemas.openxmlformats.org/drawingml/2006/main">
              <a:ext uri="{FF2B5EF4-FFF2-40B4-BE49-F238E27FC236}">
                <a16:creationId xmlns:a16="http://schemas.microsoft.com/office/drawing/2014/main" id="{26C7EEA5-429B-4F4C-9366-A9692D48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활성 버전만 실행 목록에 노출되고 Tool Loader가 현재 컨텍스트에서 도구를 구성</a:t>
            </a:r>
          </a:p>
        </p:txBody>
      </p:sp>
      <p:cxnSp>
        <p:nvCxnSpPr>
          <p:cNvPr id="565" name="platform-evidence-line-0"/>
          <p:cNvCxnSpPr/>
          <p:nvPr/>
        </p:nvCxnSpPr>
        <p:spPr>
          <a:xfrm xmlns:a="http://schemas.openxmlformats.org/drawingml/2006/main">
            <a:off x="6191250" y="2114550"/>
            <a:ext cx="5314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3" name="platform-evidence-value-0">
            <a:extLst xmlns:a="http://schemas.openxmlformats.org/drawingml/2006/main">
              <a:ext uri="{FF2B5EF4-FFF2-40B4-BE49-F238E27FC236}">
                <a16:creationId xmlns:a16="http://schemas.microsoft.com/office/drawing/2014/main" id="{6BBD2815-B119-4602-8993-A834B62B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4" name="platform-evidence-label-0">
            <a:extLst xmlns:a="http://schemas.openxmlformats.org/drawingml/2006/main">
              <a:ext uri="{FF2B5EF4-FFF2-40B4-BE49-F238E27FC236}">
                <a16:creationId xmlns:a16="http://schemas.microsoft.com/office/drawing/2014/main" id="{B77A89A7-78A0-4C85-AF21-37C4CD3A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상태</a:t>
            </a:r>
          </a:p>
        </p:txBody>
      </p:sp>
      <p:sp>
        <p:nvSpPr>
          <p:cNvPr id="15" name="platform-evidence-copy-0">
            <a:extLst xmlns:a="http://schemas.openxmlformats.org/drawingml/2006/main">
              <a:ext uri="{FF2B5EF4-FFF2-40B4-BE49-F238E27FC236}">
                <a16:creationId xmlns:a16="http://schemas.microsoft.com/office/drawing/2014/main" id="{B2C3F472-6A2D-429B-8E47-FE3940A4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DRAFT · ACTIVE · DISABLED</a:t>
            </a:r>
          </a:p>
        </p:txBody>
      </p:sp>
      <p:cxnSp>
        <p:nvCxnSpPr>
          <p:cNvPr id="569" name="platform-evidence-line-1"/>
          <p:cNvCxnSpPr/>
          <p:nvPr/>
        </p:nvCxnSpPr>
        <p:spPr>
          <a:xfrm xmlns:a="http://schemas.openxmlformats.org/drawingml/2006/main">
            <a:off x="6191250" y="3238500"/>
            <a:ext cx="5314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7" name="platform-evidence-value-1">
            <a:extLst xmlns:a="http://schemas.openxmlformats.org/drawingml/2006/main">
              <a:ext uri="{FF2B5EF4-FFF2-40B4-BE49-F238E27FC236}">
                <a16:creationId xmlns:a16="http://schemas.microsoft.com/office/drawing/2014/main" id="{FBCCEF1D-EF29-42BB-8030-E0D1910C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99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sp>
        <p:nvSpPr>
          <p:cNvPr id="18" name="platform-evidence-label-1">
            <a:extLst xmlns:a="http://schemas.openxmlformats.org/drawingml/2006/main">
              <a:ext uri="{FF2B5EF4-FFF2-40B4-BE49-F238E27FC236}">
                <a16:creationId xmlns:a16="http://schemas.microsoft.com/office/drawing/2014/main" id="{5583F59B-C1B2-4B30-A6D1-6F0D2DE9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1472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19" name="platform-evidence-copy-1">
            <a:extLst xmlns:a="http://schemas.openxmlformats.org/drawingml/2006/main">
              <a:ext uri="{FF2B5EF4-FFF2-40B4-BE49-F238E27FC236}">
                <a16:creationId xmlns:a16="http://schemas.microsoft.com/office/drawing/2014/main" id="{456F48B7-FAB8-4A2C-9DB8-5CA1112C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내장 도구 32종 + MCP 확장</a:t>
            </a:r>
          </a:p>
        </p:txBody>
      </p:sp>
      <p:cxnSp>
        <p:nvCxnSpPr>
          <p:cNvPr id="573" name="platform-evidence-line-2"/>
          <p:cNvCxnSpPr/>
          <p:nvPr/>
        </p:nvCxnSpPr>
        <p:spPr>
          <a:xfrm xmlns:a="http://schemas.openxmlformats.org/drawingml/2006/main">
            <a:off x="6191250" y="4362450"/>
            <a:ext cx="5314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1" name="platform-evidence-value-2">
            <a:extLst xmlns:a="http://schemas.openxmlformats.org/drawingml/2006/main">
              <a:ext uri="{FF2B5EF4-FFF2-40B4-BE49-F238E27FC236}">
                <a16:creationId xmlns:a16="http://schemas.microsoft.com/office/drawing/2014/main" id="{C9D76329-5722-441C-B3B5-48EF7B16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7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7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2" name="platform-evidence-label-2">
            <a:extLst xmlns:a="http://schemas.openxmlformats.org/drawingml/2006/main">
              <a:ext uri="{FF2B5EF4-FFF2-40B4-BE49-F238E27FC236}">
                <a16:creationId xmlns:a16="http://schemas.microsoft.com/office/drawing/2014/main" id="{9E5090F8-7936-477B-B3D1-5E24D284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실행 버전</a:t>
            </a:r>
          </a:p>
        </p:txBody>
      </p:sp>
      <p:sp>
        <p:nvSpPr>
          <p:cNvPr id="23" name="platform-evidence-copy-2">
            <a:extLst xmlns:a="http://schemas.openxmlformats.org/drawingml/2006/main">
              <a:ext uri="{FF2B5EF4-FFF2-40B4-BE49-F238E27FC236}">
                <a16:creationId xmlns:a16="http://schemas.microsoft.com/office/drawing/2014/main" id="{C400AF92-3E15-485C-B926-890F769F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005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팀별 ACTIVE 버전 → 채팅 Runtime</a:t>
            </a:r>
          </a:p>
        </p:txBody>
      </p:sp>
      <p:sp>
        <p:nvSpPr>
          <p:cNvPr id="24" name="signal-22">
            <a:extLst xmlns:a="http://schemas.openxmlformats.org/drawingml/2006/main">
              <a:ext uri="{FF2B5EF4-FFF2-40B4-BE49-F238E27FC236}">
                <a16:creationId xmlns:a16="http://schemas.microsoft.com/office/drawing/2014/main" id="{9F1F8716-1D47-4D52-9CEF-AED2D259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ignal-label-22">
            <a:extLst xmlns:a="http://schemas.openxmlformats.org/drawingml/2006/main">
              <a:ext uri="{FF2B5EF4-FFF2-40B4-BE49-F238E27FC236}">
                <a16:creationId xmlns:a16="http://schemas.microsoft.com/office/drawing/2014/main" id="{D61590D9-394A-454E-B103-93F293CC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IMPLEMENTED PRODUCT FLOW</a:t>
            </a:r>
          </a:p>
        </p:txBody>
      </p:sp>
    </p:spTree>
    <p:extLst>
      <p:ext uri="{BB962C8B-B14F-4D97-AF65-F5344CB8AC3E}">
        <p14:creationId xmlns:p14="http://schemas.microsoft.com/office/powerpoint/2010/main" val="166852546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-23">
            <a:extLst xmlns:a="http://schemas.openxmlformats.org/drawingml/2006/main">
              <a:ext uri="{FF2B5EF4-FFF2-40B4-BE49-F238E27FC236}">
                <a16:creationId xmlns:a16="http://schemas.microsoft.com/office/drawing/2014/main" id="{CCA07A80-598F-4E66-B263-A35C5DC6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44" name="top-rule-23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23">
            <a:extLst xmlns:a="http://schemas.openxmlformats.org/drawingml/2006/main">
              <a:ext uri="{FF2B5EF4-FFF2-40B4-BE49-F238E27FC236}">
                <a16:creationId xmlns:a16="http://schemas.microsoft.com/office/drawing/2014/main" id="{129A98FC-2D3D-476F-AF33-3CB316BD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23">
            <a:extLst xmlns:a="http://schemas.openxmlformats.org/drawingml/2006/main">
              <a:ext uri="{FF2B5EF4-FFF2-40B4-BE49-F238E27FC236}">
                <a16:creationId xmlns:a16="http://schemas.microsoft.com/office/drawing/2014/main" id="{51237B95-79DF-4841-AD27-508C24C2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AGENT PLATFORM</a:t>
            </a:r>
          </a:p>
        </p:txBody>
      </p:sp>
      <p:sp>
        <p:nvSpPr>
          <p:cNvPr id="5" name="page-23">
            <a:extLst xmlns:a="http://schemas.openxmlformats.org/drawingml/2006/main">
              <a:ext uri="{FF2B5EF4-FFF2-40B4-BE49-F238E27FC236}">
                <a16:creationId xmlns:a16="http://schemas.microsoft.com/office/drawing/2014/main" id="{5A03DC1D-6D15-4B81-A9E7-C002705D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pic>
        <p:nvPicPr>
          <p:cNvPr id="248" name="그림 2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8bd3cebd34246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49" name="그림 2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76de970204a8d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23">
            <a:extLst xmlns:a="http://schemas.openxmlformats.org/drawingml/2006/main">
              <a:ext uri="{FF2B5EF4-FFF2-40B4-BE49-F238E27FC236}">
                <a16:creationId xmlns:a16="http://schemas.microsoft.com/office/drawing/2014/main" id="{99F49CF9-72B5-4F51-B6EE-CDEB71BE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에이전트 구성·활성화·실행</a:t>
            </a:r>
          </a:p>
        </p:txBody>
      </p:sp>
      <p:sp>
        <p:nvSpPr>
          <p:cNvPr id="12" name="loop-no-23-0">
            <a:extLst xmlns:a="http://schemas.openxmlformats.org/drawingml/2006/main">
              <a:ext uri="{FF2B5EF4-FFF2-40B4-BE49-F238E27FC236}">
                <a16:creationId xmlns:a16="http://schemas.microsoft.com/office/drawing/2014/main" id="{08F3C89D-273D-47A0-A19F-63CB72BF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4" name="loop-title-23-0">
            <a:extLst xmlns:a="http://schemas.openxmlformats.org/drawingml/2006/main">
              <a:ext uri="{FF2B5EF4-FFF2-40B4-BE49-F238E27FC236}">
                <a16:creationId xmlns:a16="http://schemas.microsoft.com/office/drawing/2014/main" id="{004318CC-E318-4611-B80D-3E8EED1F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DEFINE</a:t>
            </a:r>
          </a:p>
        </p:txBody>
      </p:sp>
      <p:sp>
        <p:nvSpPr>
          <p:cNvPr id="15" name="loop-body-23-0">
            <a:extLst xmlns:a="http://schemas.openxmlformats.org/drawingml/2006/main">
              <a:ext uri="{FF2B5EF4-FFF2-40B4-BE49-F238E27FC236}">
                <a16:creationId xmlns:a16="http://schemas.microsoft.com/office/drawing/2014/main" id="{5ECA7190-D7BA-45FD-BF3F-7EADEDBF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이름·설명·지시문</a:t>
            </a:r>
          </a:p>
        </p:txBody>
      </p:sp>
      <p:sp>
        <p:nvSpPr>
          <p:cNvPr id="16" name="loop-no-23-1">
            <a:extLst xmlns:a="http://schemas.openxmlformats.org/drawingml/2006/main">
              <a:ext uri="{FF2B5EF4-FFF2-40B4-BE49-F238E27FC236}">
                <a16:creationId xmlns:a16="http://schemas.microsoft.com/office/drawing/2014/main" id="{CCADE091-7ABF-46B5-B0FC-B29EC500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8" name="loop-title-23-1">
            <a:extLst xmlns:a="http://schemas.openxmlformats.org/drawingml/2006/main">
              <a:ext uri="{FF2B5EF4-FFF2-40B4-BE49-F238E27FC236}">
                <a16:creationId xmlns:a16="http://schemas.microsoft.com/office/drawing/2014/main" id="{DE603C6F-7896-48D1-B80C-6A33D36F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CONFIGURE</a:t>
            </a:r>
          </a:p>
        </p:txBody>
      </p:sp>
      <p:sp>
        <p:nvSpPr>
          <p:cNvPr id="19" name="loop-body-23-1">
            <a:extLst xmlns:a="http://schemas.openxmlformats.org/drawingml/2006/main">
              <a:ext uri="{FF2B5EF4-FFF2-40B4-BE49-F238E27FC236}">
                <a16:creationId xmlns:a16="http://schemas.microsoft.com/office/drawing/2014/main" id="{90D4B9D0-7A9B-40FA-BFC3-D2933137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9087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모델·도구·Subagent</a:t>
            </a:r>
          </a:p>
        </p:txBody>
      </p:sp>
      <p:sp>
        <p:nvSpPr>
          <p:cNvPr id="20" name="loop-no-23-2">
            <a:extLst xmlns:a="http://schemas.openxmlformats.org/drawingml/2006/main">
              <a:ext uri="{FF2B5EF4-FFF2-40B4-BE49-F238E27FC236}">
                <a16:creationId xmlns:a16="http://schemas.microsoft.com/office/drawing/2014/main" id="{00AB9A75-B873-4CD2-B34F-83BFC414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2" name="loop-title-23-2">
            <a:extLst xmlns:a="http://schemas.openxmlformats.org/drawingml/2006/main">
              <a:ext uri="{FF2B5EF4-FFF2-40B4-BE49-F238E27FC236}">
                <a16:creationId xmlns:a16="http://schemas.microsoft.com/office/drawing/2014/main" id="{E9A8C051-D5E1-42FE-8901-655D6CA8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4812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ACTIVATE</a:t>
            </a:r>
          </a:p>
        </p:txBody>
      </p:sp>
      <p:sp>
        <p:nvSpPr>
          <p:cNvPr id="23" name="loop-body-23-2">
            <a:extLst xmlns:a="http://schemas.openxmlformats.org/drawingml/2006/main">
              <a:ext uri="{FF2B5EF4-FFF2-40B4-BE49-F238E27FC236}">
                <a16:creationId xmlns:a16="http://schemas.microsoft.com/office/drawing/2014/main" id="{6127AC19-32CF-45A1-A253-3C6C1469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4812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검증·팀 공유</a:t>
            </a:r>
          </a:p>
        </p:txBody>
      </p:sp>
      <p:sp>
        <p:nvSpPr>
          <p:cNvPr id="24" name="loop-no-23-3">
            <a:extLst xmlns:a="http://schemas.openxmlformats.org/drawingml/2006/main">
              <a:ext uri="{FF2B5EF4-FFF2-40B4-BE49-F238E27FC236}">
                <a16:creationId xmlns:a16="http://schemas.microsoft.com/office/drawing/2014/main" id="{A7BC2071-5036-4336-8975-69943017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loop-title-23-3">
            <a:extLst xmlns:a="http://schemas.openxmlformats.org/drawingml/2006/main">
              <a:ext uri="{FF2B5EF4-FFF2-40B4-BE49-F238E27FC236}">
                <a16:creationId xmlns:a16="http://schemas.microsoft.com/office/drawing/2014/main" id="{5B329FD3-7F79-4975-8DB1-97B154CD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RUN</a:t>
            </a:r>
          </a:p>
        </p:txBody>
      </p:sp>
      <p:sp>
        <p:nvSpPr>
          <p:cNvPr id="27" name="loop-body-23-3">
            <a:extLst xmlns:a="http://schemas.openxmlformats.org/drawingml/2006/main">
              <a:ext uri="{FF2B5EF4-FFF2-40B4-BE49-F238E27FC236}">
                <a16:creationId xmlns:a16="http://schemas.microsoft.com/office/drawing/2014/main" id="{92CA201B-C6EA-4AAD-98FB-5C693E8C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05375"/>
            <a:ext cx="561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채팅 실행</a:t>
            </a:r>
          </a:p>
        </p:txBody>
      </p:sp>
      <p:sp>
        <p:nvSpPr>
          <p:cNvPr id="28" name="signal-23">
            <a:extLst xmlns:a="http://schemas.openxmlformats.org/drawingml/2006/main">
              <a:ext uri="{FF2B5EF4-FFF2-40B4-BE49-F238E27FC236}">
                <a16:creationId xmlns:a16="http://schemas.microsoft.com/office/drawing/2014/main" id="{64634FFB-2582-4F51-A992-201AF476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ignal-label-23">
            <a:extLst xmlns:a="http://schemas.openxmlformats.org/drawingml/2006/main">
              <a:ext uri="{FF2B5EF4-FFF2-40B4-BE49-F238E27FC236}">
                <a16:creationId xmlns:a16="http://schemas.microsoft.com/office/drawing/2014/main" id="{46B26AD5-2E23-407F-836D-30503933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AGENT PLATFORM</a:t>
            </a:r>
          </a:p>
        </p:txBody>
      </p:sp>
      <p:sp>
        <p:nvSpPr>
          <p:cNvPr id="181" name="v23-agent-rail">
            <a:extLst xmlns:a="http://schemas.openxmlformats.org/drawingml/2006/main">
              <a:ext uri="{FF2B5EF4-FFF2-40B4-BE49-F238E27FC236}">
                <a16:creationId xmlns:a16="http://schemas.microsoft.com/office/drawing/2014/main" id="{C312BADE-C2D7-407D-BDA3-4EF34A65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143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2" name="v23-agent-rule-0">
            <a:extLst xmlns:a="http://schemas.openxmlformats.org/drawingml/2006/main">
              <a:ext uri="{FF2B5EF4-FFF2-40B4-BE49-F238E27FC236}">
                <a16:creationId xmlns:a16="http://schemas.microsoft.com/office/drawing/2014/main" id="{74B9B2D9-91D7-4BE1-BA81-A42E1F12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3" name="v23-agent-rule-1">
            <a:extLst xmlns:a="http://schemas.openxmlformats.org/drawingml/2006/main">
              <a:ext uri="{FF2B5EF4-FFF2-40B4-BE49-F238E27FC236}">
                <a16:creationId xmlns:a16="http://schemas.microsoft.com/office/drawing/2014/main" id="{FDE64E18-081A-436D-BD8F-1ED3FC47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4" name="v23-agent-rule-2">
            <a:extLst xmlns:a="http://schemas.openxmlformats.org/drawingml/2006/main">
              <a:ext uri="{FF2B5EF4-FFF2-40B4-BE49-F238E27FC236}">
                <a16:creationId xmlns:a16="http://schemas.microsoft.com/office/drawing/2014/main" id="{85BABE01-85E9-4421-9B42-CAD7D7FA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5" name="v23-agent-rule-3">
            <a:extLst xmlns:a="http://schemas.openxmlformats.org/drawingml/2006/main">
              <a:ext uri="{FF2B5EF4-FFF2-40B4-BE49-F238E27FC236}">
                <a16:creationId xmlns:a16="http://schemas.microsoft.com/office/drawing/2014/main" id="{24280428-87F9-4DEE-9928-04AD588D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6" name="v23-agent-rule-4">
            <a:extLst xmlns:a="http://schemas.openxmlformats.org/drawingml/2006/main">
              <a:ext uri="{FF2B5EF4-FFF2-40B4-BE49-F238E27FC236}">
                <a16:creationId xmlns:a16="http://schemas.microsoft.com/office/drawing/2014/main" id="{60174B53-F963-40E6-BE0B-7541D915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14176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-24">
            <a:extLst xmlns:a="http://schemas.openxmlformats.org/drawingml/2006/main">
              <a:ext uri="{FF2B5EF4-FFF2-40B4-BE49-F238E27FC236}">
                <a16:creationId xmlns:a16="http://schemas.microsoft.com/office/drawing/2014/main" id="{8818C133-5E93-4F89-8CEF-BECE104B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03" name="top-rule-24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24">
            <a:extLst xmlns:a="http://schemas.openxmlformats.org/drawingml/2006/main">
              <a:ext uri="{FF2B5EF4-FFF2-40B4-BE49-F238E27FC236}">
                <a16:creationId xmlns:a16="http://schemas.microsoft.com/office/drawing/2014/main" id="{64F7932A-1A37-4D60-94BE-F2B0341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24">
            <a:extLst xmlns:a="http://schemas.openxmlformats.org/drawingml/2006/main">
              <a:ext uri="{FF2B5EF4-FFF2-40B4-BE49-F238E27FC236}">
                <a16:creationId xmlns:a16="http://schemas.microsoft.com/office/drawing/2014/main" id="{A986D36D-A6E1-4A5B-8A40-E27DE9F9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VERSIONING</a:t>
            </a:r>
          </a:p>
        </p:txBody>
      </p:sp>
      <p:sp>
        <p:nvSpPr>
          <p:cNvPr id="5" name="page-24">
            <a:extLst xmlns:a="http://schemas.openxmlformats.org/drawingml/2006/main">
              <a:ext uri="{FF2B5EF4-FFF2-40B4-BE49-F238E27FC236}">
                <a16:creationId xmlns:a16="http://schemas.microsoft.com/office/drawing/2014/main" id="{29AFA6CD-7844-41F0-8773-52736269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pic>
        <p:nvPicPr>
          <p:cNvPr id="407" name="그림 3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2f1c4d5784ddc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08" name="그림 3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9b29005ca4e63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24">
            <a:extLst xmlns:a="http://schemas.openxmlformats.org/drawingml/2006/main">
              <a:ext uri="{FF2B5EF4-FFF2-40B4-BE49-F238E27FC236}">
                <a16:creationId xmlns:a16="http://schemas.microsoft.com/office/drawing/2014/main" id="{440ECDB4-8F85-4B61-A7F1-323F2DF1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에이전트 버전과 공유 상태</a:t>
            </a:r>
          </a:p>
        </p:txBody>
      </p:sp>
      <p:sp>
        <p:nvSpPr>
          <p:cNvPr id="21" name="signal-24">
            <a:extLst xmlns:a="http://schemas.openxmlformats.org/drawingml/2006/main">
              <a:ext uri="{FF2B5EF4-FFF2-40B4-BE49-F238E27FC236}">
                <a16:creationId xmlns:a16="http://schemas.microsoft.com/office/drawing/2014/main" id="{A053D2F2-5B69-4635-A57C-7989B594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ignal-label-24">
            <a:extLst xmlns:a="http://schemas.openxmlformats.org/drawingml/2006/main">
              <a:ext uri="{FF2B5EF4-FFF2-40B4-BE49-F238E27FC236}">
                <a16:creationId xmlns:a16="http://schemas.microsoft.com/office/drawing/2014/main" id="{71FA3D25-A17C-4DFE-A0A9-A97D07F0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VERSIONING</a:t>
            </a:r>
          </a:p>
        </p:txBody>
      </p:sp>
      <p:sp>
        <p:nvSpPr>
          <p:cNvPr id="355" name="s24-draft-active">
            <a:extLst xmlns:a="http://schemas.openxmlformats.org/drawingml/2006/main">
              <a:ext uri="{FF2B5EF4-FFF2-40B4-BE49-F238E27FC236}">
                <a16:creationId xmlns:a16="http://schemas.microsoft.com/office/drawing/2014/main" id="{39E9B624-D78E-44D6-8358-E2ED763A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6" name="s24-active-disabled">
            <a:extLst xmlns:a="http://schemas.openxmlformats.org/drawingml/2006/main">
              <a:ext uri="{FF2B5EF4-FFF2-40B4-BE49-F238E27FC236}">
                <a16:creationId xmlns:a16="http://schemas.microsoft.com/office/drawing/2014/main" id="{F37B6450-0CCD-4EAD-AA02-88618223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7" name="s24-activate-label">
            <a:extLst xmlns:a="http://schemas.openxmlformats.org/drawingml/2006/main">
              <a:ext uri="{FF2B5EF4-FFF2-40B4-BE49-F238E27FC236}">
                <a16:creationId xmlns:a16="http://schemas.microsoft.com/office/drawing/2014/main" id="{D33B3F5D-A3A0-4DF0-9365-082269F7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활성화 →</a:t>
            </a:r>
          </a:p>
        </p:txBody>
      </p:sp>
      <p:sp>
        <p:nvSpPr>
          <p:cNvPr id="358" name="s24-toggle-label">
            <a:extLst xmlns:a="http://schemas.openxmlformats.org/drawingml/2006/main">
              <a:ext uri="{FF2B5EF4-FFF2-40B4-BE49-F238E27FC236}">
                <a16:creationId xmlns:a16="http://schemas.microsoft.com/office/drawing/2014/main" id="{C5753E91-FD58-4DEC-BD37-3AC05AE4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241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비활성화 →</a:t>
            </a:r>
          </a:p>
        </p:txBody>
      </p:sp>
      <p:sp>
        <p:nvSpPr>
          <p:cNvPr id="359" name="s24-reactivate-label">
            <a:extLst xmlns:a="http://schemas.openxmlformats.org/drawingml/2006/main">
              <a:ext uri="{FF2B5EF4-FFF2-40B4-BE49-F238E27FC236}">
                <a16:creationId xmlns:a16="http://schemas.microsoft.com/office/drawing/2014/main" id="{2BEE4672-0334-4AB6-B37B-D975CFDB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575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← 재활성화</a:t>
            </a:r>
          </a:p>
        </p:txBody>
      </p:sp>
      <p:sp>
        <p:nvSpPr>
          <p:cNvPr id="360" name="s24-state-0">
            <a:extLst xmlns:a="http://schemas.openxmlformats.org/drawingml/2006/main">
              <a:ext uri="{FF2B5EF4-FFF2-40B4-BE49-F238E27FC236}">
                <a16:creationId xmlns:a16="http://schemas.microsoft.com/office/drawing/2014/main" id="{871FC73F-6DF2-4738-8986-1D822933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667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61" name="s24-state-name-0">
            <a:extLst xmlns:a="http://schemas.openxmlformats.org/drawingml/2006/main">
              <a:ext uri="{FF2B5EF4-FFF2-40B4-BE49-F238E27FC236}">
                <a16:creationId xmlns:a16="http://schemas.microsoft.com/office/drawing/2014/main" id="{2855F0F8-CA93-4C34-BD2C-8FBC969C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DRAFT</a:t>
            </a:r>
          </a:p>
        </p:txBody>
      </p:sp>
      <p:sp>
        <p:nvSpPr>
          <p:cNvPr id="362" name="s24-state-label-0">
            <a:extLst xmlns:a="http://schemas.openxmlformats.org/drawingml/2006/main">
              <a:ext uri="{FF2B5EF4-FFF2-40B4-BE49-F238E27FC236}">
                <a16:creationId xmlns:a16="http://schemas.microsoft.com/office/drawing/2014/main" id="{D10F5B6A-965C-4CED-9673-DF7D7120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개인 초안</a:t>
            </a:r>
          </a:p>
        </p:txBody>
      </p:sp>
      <p:sp>
        <p:nvSpPr>
          <p:cNvPr id="363" name="s24-state-detail-0">
            <a:extLst xmlns:a="http://schemas.openxmlformats.org/drawingml/2006/main">
              <a:ext uri="{FF2B5EF4-FFF2-40B4-BE49-F238E27FC236}">
                <a16:creationId xmlns:a16="http://schemas.microsoft.com/office/drawing/2014/main" id="{ADC27B30-8508-49D9-A8DA-F0CC0576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작성자만 조회·수정</a:t>
            </a:r>
          </a:p>
        </p:txBody>
      </p:sp>
      <p:sp>
        <p:nvSpPr>
          <p:cNvPr id="364" name="s24-state-1">
            <a:extLst xmlns:a="http://schemas.openxmlformats.org/drawingml/2006/main">
              <a:ext uri="{FF2B5EF4-FFF2-40B4-BE49-F238E27FC236}">
                <a16:creationId xmlns:a16="http://schemas.microsoft.com/office/drawing/2014/main" id="{AABFA52C-3F4D-42F6-9B1E-EE786417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2667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2878D1"/>
          </a:solidFill>
          <a:ln xmlns:a="http://schemas.openxmlformats.org/drawingml/2006/main" w="952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65" name="s24-state-name-1">
            <a:extLst xmlns:a="http://schemas.openxmlformats.org/drawingml/2006/main">
              <a:ext uri="{FF2B5EF4-FFF2-40B4-BE49-F238E27FC236}">
                <a16:creationId xmlns:a16="http://schemas.microsoft.com/office/drawing/2014/main" id="{9721026B-621F-4A14-B673-6F5F4823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52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ACTIVE</a:t>
            </a:r>
          </a:p>
        </p:txBody>
      </p:sp>
      <p:sp>
        <p:nvSpPr>
          <p:cNvPr id="366" name="s24-state-label-1">
            <a:extLst xmlns:a="http://schemas.openxmlformats.org/drawingml/2006/main">
              <a:ext uri="{FF2B5EF4-FFF2-40B4-BE49-F238E27FC236}">
                <a16:creationId xmlns:a16="http://schemas.microsoft.com/office/drawing/2014/main" id="{B11FC81C-97A9-4D86-B1BE-73470A5C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67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 가능</a:t>
            </a:r>
          </a:p>
        </p:txBody>
      </p:sp>
      <p:sp>
        <p:nvSpPr>
          <p:cNvPr id="367" name="s24-state-detail-1">
            <a:extLst xmlns:a="http://schemas.openxmlformats.org/drawingml/2006/main">
              <a:ext uri="{FF2B5EF4-FFF2-40B4-BE49-F238E27FC236}">
                <a16:creationId xmlns:a16="http://schemas.microsoft.com/office/drawing/2014/main" id="{9C8920E7-9737-46B9-99BC-671464DF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290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DEBF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DDEBFA"/>
                </a:solidFill>
                <a:latin typeface="Pretendard"/>
                <a:ea typeface="Pretendard"/>
                <a:cs typeface="Pretendard"/>
              </a:rPr>
              <a:t>팀 공유 목록과 채팅에 노출</a:t>
            </a:r>
          </a:p>
        </p:txBody>
      </p:sp>
      <p:sp>
        <p:nvSpPr>
          <p:cNvPr id="368" name="s24-state-2">
            <a:extLst xmlns:a="http://schemas.openxmlformats.org/drawingml/2006/main">
              <a:ext uri="{FF2B5EF4-FFF2-40B4-BE49-F238E27FC236}">
                <a16:creationId xmlns:a16="http://schemas.microsoft.com/office/drawing/2014/main" id="{984D6448-170B-4668-AACB-EBB660BC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2667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69" name="s24-state-name-2">
            <a:extLst xmlns:a="http://schemas.openxmlformats.org/drawingml/2006/main">
              <a:ext uri="{FF2B5EF4-FFF2-40B4-BE49-F238E27FC236}">
                <a16:creationId xmlns:a16="http://schemas.microsoft.com/office/drawing/2014/main" id="{FC97E94E-3ABD-4D95-9D87-ABED0206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52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DISABLED</a:t>
            </a:r>
          </a:p>
        </p:txBody>
      </p:sp>
      <p:sp>
        <p:nvSpPr>
          <p:cNvPr id="370" name="s24-state-label-2">
            <a:extLst xmlns:a="http://schemas.openxmlformats.org/drawingml/2006/main">
              <a:ext uri="{FF2B5EF4-FFF2-40B4-BE49-F238E27FC236}">
                <a16:creationId xmlns:a16="http://schemas.microsoft.com/office/drawing/2014/main" id="{3F2409B6-963D-48F1-96E1-EF93A622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67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실행 중지</a:t>
            </a:r>
          </a:p>
        </p:txBody>
      </p:sp>
      <p:sp>
        <p:nvSpPr>
          <p:cNvPr id="371" name="s24-state-detail-2">
            <a:extLst xmlns:a="http://schemas.openxmlformats.org/drawingml/2006/main">
              <a:ext uri="{FF2B5EF4-FFF2-40B4-BE49-F238E27FC236}">
                <a16:creationId xmlns:a16="http://schemas.microsoft.com/office/drawing/2014/main" id="{BB844D1B-8AC8-493E-AAB5-DBDD560D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즐겨찾기·종속성과 별도 관리</a:t>
            </a:r>
          </a:p>
        </p:txBody>
      </p:sp>
      <p:sp>
        <p:nvSpPr>
          <p:cNvPr id="372" name="s24-rule-bg">
            <a:extLst xmlns:a="http://schemas.openxmlformats.org/drawingml/2006/main">
              <a:ext uri="{FF2B5EF4-FFF2-40B4-BE49-F238E27FC236}">
                <a16:creationId xmlns:a16="http://schemas.microsoft.com/office/drawing/2014/main" id="{65DF6DC1-541F-4AE0-AC50-A1E44DDD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28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7F9FC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7F9FC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73" name="s24-rule">
            <a:extLst xmlns:a="http://schemas.openxmlformats.org/drawingml/2006/main">
              <a:ext uri="{FF2B5EF4-FFF2-40B4-BE49-F238E27FC236}">
                <a16:creationId xmlns:a16="http://schemas.microsoft.com/office/drawing/2014/main" id="{0F99D286-B546-4F90-AA54-8C222994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9582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상태 전이는 API와 데이터베이스에서 관리 · DISABLED 버전도 검증 후 다시 ACTIVE로 전환 가능</a:t>
            </a:r>
          </a:p>
        </p:txBody>
      </p:sp>
    </p:spTree>
    <p:extLst>
      <p:ext uri="{BB962C8B-B14F-4D97-AF65-F5344CB8AC3E}">
        <p14:creationId xmlns:p14="http://schemas.microsoft.com/office/powerpoint/2010/main" val="618331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accent-25">
            <a:extLst xmlns:a="http://schemas.openxmlformats.org/drawingml/2006/main">
              <a:ext uri="{FF2B5EF4-FFF2-40B4-BE49-F238E27FC236}">
                <a16:creationId xmlns:a16="http://schemas.microsoft.com/office/drawing/2014/main" id="{3EB00F0E-D7B0-40A9-A2D6-494DC159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680" name="top-rule-25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25">
            <a:extLst xmlns:a="http://schemas.openxmlformats.org/drawingml/2006/main">
              <a:ext uri="{FF2B5EF4-FFF2-40B4-BE49-F238E27FC236}">
                <a16:creationId xmlns:a16="http://schemas.microsoft.com/office/drawing/2014/main" id="{DCEACB70-B040-496A-BBD6-EA34AE9A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25">
            <a:extLst xmlns:a="http://schemas.openxmlformats.org/drawingml/2006/main">
              <a:ext uri="{FF2B5EF4-FFF2-40B4-BE49-F238E27FC236}">
                <a16:creationId xmlns:a16="http://schemas.microsoft.com/office/drawing/2014/main" id="{98CC5E55-47E5-4C62-9CD4-EC33FA3D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TOOL CATALOG</a:t>
            </a:r>
          </a:p>
        </p:txBody>
      </p:sp>
      <p:sp>
        <p:nvSpPr>
          <p:cNvPr id="5" name="page-25">
            <a:extLst xmlns:a="http://schemas.openxmlformats.org/drawingml/2006/main">
              <a:ext uri="{FF2B5EF4-FFF2-40B4-BE49-F238E27FC236}">
                <a16:creationId xmlns:a16="http://schemas.microsoft.com/office/drawing/2014/main" id="{D1B673AB-886C-41FE-90CE-D368127B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pic>
        <p:nvPicPr>
          <p:cNvPr id="684" name="그림 4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73bb2fb7847ca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685" name="그림 4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e5a3a179346ba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25">
            <a:extLst xmlns:a="http://schemas.openxmlformats.org/drawingml/2006/main">
              <a:ext uri="{FF2B5EF4-FFF2-40B4-BE49-F238E27FC236}">
                <a16:creationId xmlns:a16="http://schemas.microsoft.com/office/drawing/2014/main" id="{491E8A22-01D9-4294-8B32-24A3AB0E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내장 도구 32종과 확장 도구</a:t>
            </a:r>
          </a:p>
        </p:txBody>
      </p:sp>
      <p:cxnSp>
        <p:nvCxnSpPr>
          <p:cNvPr id="687" name="head-25"/>
          <p:cNvCxnSpPr/>
          <p:nvPr/>
        </p:nvCxnSpPr>
        <p:spPr>
          <a:xfrm xmlns:a="http://schemas.openxmlformats.org/drawingml/2006/main">
            <a:off x="571500" y="2305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1020"/>
            </a:solidFill>
            <a:prstDash val="solid"/>
          </a:ln>
        </p:spPr>
      </p:cxnSp>
      <p:sp>
        <p:nvSpPr>
          <p:cNvPr id="10" name="headtxt-25-0">
            <a:extLst xmlns:a="http://schemas.openxmlformats.org/drawingml/2006/main">
              <a:ext uri="{FF2B5EF4-FFF2-40B4-BE49-F238E27FC236}">
                <a16:creationId xmlns:a16="http://schemas.microsoft.com/office/drawing/2014/main" id="{25A3B1EA-14FF-41DA-8A4E-71CEF7D6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영역</a:t>
            </a:r>
          </a:p>
        </p:txBody>
      </p:sp>
      <p:sp>
        <p:nvSpPr>
          <p:cNvPr id="11" name="headtxt-25-1">
            <a:extLst xmlns:a="http://schemas.openxmlformats.org/drawingml/2006/main">
              <a:ext uri="{FF2B5EF4-FFF2-40B4-BE49-F238E27FC236}">
                <a16:creationId xmlns:a16="http://schemas.microsoft.com/office/drawing/2014/main" id="{F94F96EA-7CA6-4629-8446-FF16CD6C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05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현재 구현</a:t>
            </a:r>
          </a:p>
        </p:txBody>
      </p:sp>
      <p:sp>
        <p:nvSpPr>
          <p:cNvPr id="12" name="headtxt-25-2">
            <a:extLst xmlns:a="http://schemas.openxmlformats.org/drawingml/2006/main">
              <a:ext uri="{FF2B5EF4-FFF2-40B4-BE49-F238E27FC236}">
                <a16:creationId xmlns:a16="http://schemas.microsoft.com/office/drawing/2014/main" id="{C9546FAC-CCB2-46B9-B55F-D954B04A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범위</a:t>
            </a:r>
          </a:p>
        </p:txBody>
      </p:sp>
      <p:cxnSp>
        <p:nvCxnSpPr>
          <p:cNvPr id="691" name="mrow-25-0"/>
          <p:cNvCxnSpPr/>
          <p:nvPr/>
        </p:nvCxnSpPr>
        <p:spPr>
          <a:xfrm xmlns:a="http://schemas.openxmlformats.org/drawingml/2006/main">
            <a:off x="571500" y="30861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4" name="mc0-25-0">
            <a:extLst xmlns:a="http://schemas.openxmlformats.org/drawingml/2006/main">
              <a:ext uri="{FF2B5EF4-FFF2-40B4-BE49-F238E27FC236}">
                <a16:creationId xmlns:a16="http://schemas.microsoft.com/office/drawing/2014/main" id="{433C124D-D070-4801-8626-0D5B453F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검색·문서</a:t>
            </a:r>
          </a:p>
        </p:txBody>
      </p:sp>
      <p:sp>
        <p:nvSpPr>
          <p:cNvPr id="15" name="mc1-25-0">
            <a:extLst xmlns:a="http://schemas.openxmlformats.org/drawingml/2006/main">
              <a:ext uri="{FF2B5EF4-FFF2-40B4-BE49-F238E27FC236}">
                <a16:creationId xmlns:a16="http://schemas.microsoft.com/office/drawing/2014/main" id="{74EAD78D-C6BA-4607-9066-54E593E4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웹·벡터·Hybrid 검색 4종 · 문서·파일 처리 8종</a:t>
            </a:r>
          </a:p>
        </p:txBody>
      </p:sp>
      <p:sp>
        <p:nvSpPr>
          <p:cNvPr id="16" name="mc2-25-0">
            <a:extLst xmlns:a="http://schemas.openxmlformats.org/drawingml/2006/main">
              <a:ext uri="{FF2B5EF4-FFF2-40B4-BE49-F238E27FC236}">
                <a16:creationId xmlns:a16="http://schemas.microsoft.com/office/drawing/2014/main" id="{77FABF6A-0E0D-4A4B-8D9B-C8F0672D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12종</a:t>
            </a:r>
          </a:p>
        </p:txBody>
      </p:sp>
      <p:cxnSp>
        <p:nvCxnSpPr>
          <p:cNvPr id="695" name="mrow-25-1"/>
          <p:cNvCxnSpPr/>
          <p:nvPr/>
        </p:nvCxnSpPr>
        <p:spPr>
          <a:xfrm xmlns:a="http://schemas.openxmlformats.org/drawingml/2006/main">
            <a:off x="571500" y="3867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8" name="mc0-25-1">
            <a:extLst xmlns:a="http://schemas.openxmlformats.org/drawingml/2006/main">
              <a:ext uri="{FF2B5EF4-FFF2-40B4-BE49-F238E27FC236}">
                <a16:creationId xmlns:a16="http://schemas.microsoft.com/office/drawing/2014/main" id="{A10BFFB5-F1B5-447E-8AC9-36C1145F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팀·업무</a:t>
            </a:r>
          </a:p>
        </p:txBody>
      </p:sp>
      <p:sp>
        <p:nvSpPr>
          <p:cNvPr id="19" name="mc1-25-1">
            <a:extLst xmlns:a="http://schemas.openxmlformats.org/drawingml/2006/main">
              <a:ext uri="{FF2B5EF4-FFF2-40B4-BE49-F238E27FC236}">
                <a16:creationId xmlns:a16="http://schemas.microsoft.com/office/drawing/2014/main" id="{09F47957-4096-4344-94B7-AD06409F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구성원·부재·업무량 3종 · 프로젝트·업무·외부 연동 7종</a:t>
            </a:r>
          </a:p>
        </p:txBody>
      </p:sp>
      <p:sp>
        <p:nvSpPr>
          <p:cNvPr id="20" name="mc2-25-1">
            <a:extLst xmlns:a="http://schemas.openxmlformats.org/drawingml/2006/main">
              <a:ext uri="{FF2B5EF4-FFF2-40B4-BE49-F238E27FC236}">
                <a16:creationId xmlns:a16="http://schemas.microsoft.com/office/drawing/2014/main" id="{A5609BA4-B01B-4BC5-9127-0F5813C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10종</a:t>
            </a:r>
          </a:p>
        </p:txBody>
      </p:sp>
      <p:cxnSp>
        <p:nvCxnSpPr>
          <p:cNvPr id="699" name="mrow-25-2"/>
          <p:cNvCxnSpPr/>
          <p:nvPr/>
        </p:nvCxnSpPr>
        <p:spPr>
          <a:xfrm xmlns:a="http://schemas.openxmlformats.org/drawingml/2006/main">
            <a:off x="571500" y="46482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2" name="mc0-25-2">
            <a:extLst xmlns:a="http://schemas.openxmlformats.org/drawingml/2006/main">
              <a:ext uri="{FF2B5EF4-FFF2-40B4-BE49-F238E27FC236}">
                <a16:creationId xmlns:a16="http://schemas.microsoft.com/office/drawing/2014/main" id="{2B88D40E-4906-40D0-904A-3F40970F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데이터·시각화</a:t>
            </a:r>
          </a:p>
        </p:txBody>
      </p:sp>
      <p:sp>
        <p:nvSpPr>
          <p:cNvPr id="23" name="mc1-25-2">
            <a:extLst xmlns:a="http://schemas.openxmlformats.org/drawingml/2006/main">
              <a:ext uri="{FF2B5EF4-FFF2-40B4-BE49-F238E27FC236}">
                <a16:creationId xmlns:a16="http://schemas.microsoft.com/office/drawing/2014/main" id="{6D59FDA4-2084-4C00-BB04-6E1E1DEB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386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변환·품질·비교 3종 · 차트·다이어그램·그래프 3종</a:t>
            </a:r>
          </a:p>
        </p:txBody>
      </p:sp>
      <p:sp>
        <p:nvSpPr>
          <p:cNvPr id="24" name="mc2-25-2">
            <a:extLst xmlns:a="http://schemas.openxmlformats.org/drawingml/2006/main">
              <a:ext uri="{FF2B5EF4-FFF2-40B4-BE49-F238E27FC236}">
                <a16:creationId xmlns:a16="http://schemas.microsoft.com/office/drawing/2014/main" id="{135A66A2-E1A8-4F51-A523-CB496647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6종</a:t>
            </a:r>
          </a:p>
        </p:txBody>
      </p:sp>
      <p:cxnSp>
        <p:nvCxnSpPr>
          <p:cNvPr id="703" name="mrow-25-3"/>
          <p:cNvCxnSpPr/>
          <p:nvPr/>
        </p:nvCxnSpPr>
        <p:spPr>
          <a:xfrm xmlns:a="http://schemas.openxmlformats.org/drawingml/2006/main">
            <a:off x="571500" y="54292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6" name="mc0-25-3">
            <a:extLst xmlns:a="http://schemas.openxmlformats.org/drawingml/2006/main">
              <a:ext uri="{FF2B5EF4-FFF2-40B4-BE49-F238E27FC236}">
                <a16:creationId xmlns:a16="http://schemas.microsoft.com/office/drawing/2014/main" id="{14E9DAE5-AEC9-4B29-B334-ABEA41B9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계산·시스템</a:t>
            </a:r>
          </a:p>
        </p:txBody>
      </p:sp>
      <p:sp>
        <p:nvSpPr>
          <p:cNvPr id="27" name="mc1-25-3">
            <a:extLst xmlns:a="http://schemas.openxmlformats.org/drawingml/2006/main">
              <a:ext uri="{FF2B5EF4-FFF2-40B4-BE49-F238E27FC236}">
                <a16:creationId xmlns:a16="http://schemas.microsoft.com/office/drawing/2014/main" id="{0F078756-3073-46CD-A00F-4B9E6674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계산·시간 2종 · 압축·정리 2종 · MCP 확장</a:t>
            </a:r>
          </a:p>
        </p:txBody>
      </p:sp>
      <p:sp>
        <p:nvSpPr>
          <p:cNvPr id="28" name="mc2-25-3">
            <a:extLst xmlns:a="http://schemas.openxmlformats.org/drawingml/2006/main">
              <a:ext uri="{FF2B5EF4-FFF2-40B4-BE49-F238E27FC236}">
                <a16:creationId xmlns:a16="http://schemas.microsoft.com/office/drawing/2014/main" id="{4002EAE9-C4DD-4CC3-824D-752290BF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4종 + 확장</a:t>
            </a:r>
          </a:p>
        </p:txBody>
      </p:sp>
      <p:sp>
        <p:nvSpPr>
          <p:cNvPr id="29" name="signal-25">
            <a:extLst xmlns:a="http://schemas.openxmlformats.org/drawingml/2006/main">
              <a:ext uri="{FF2B5EF4-FFF2-40B4-BE49-F238E27FC236}">
                <a16:creationId xmlns:a16="http://schemas.microsoft.com/office/drawing/2014/main" id="{1BC07D62-68FE-4F03-8A7A-761E5646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ignal-label-25">
            <a:extLst xmlns:a="http://schemas.openxmlformats.org/drawingml/2006/main">
              <a:ext uri="{FF2B5EF4-FFF2-40B4-BE49-F238E27FC236}">
                <a16:creationId xmlns:a16="http://schemas.microsoft.com/office/drawing/2014/main" id="{B44854E5-8FBB-48ED-823B-83BE7862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TOOL CATALOG</a:t>
            </a:r>
          </a:p>
        </p:txBody>
      </p:sp>
    </p:spTree>
    <p:extLst>
      <p:ext uri="{BB962C8B-B14F-4D97-AF65-F5344CB8AC3E}">
        <p14:creationId xmlns:p14="http://schemas.microsoft.com/office/powerpoint/2010/main" val="43557377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8EE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26">
            <a:extLst xmlns:a="http://schemas.openxmlformats.org/drawingml/2006/main">
              <a:ext uri="{FF2B5EF4-FFF2-40B4-BE49-F238E27FC236}">
                <a16:creationId xmlns:a16="http://schemas.microsoft.com/office/drawing/2014/main" id="{ADFA5707-B0EA-412A-BA19-F3D94C04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accent-26">
            <a:extLst xmlns:a="http://schemas.openxmlformats.org/drawingml/2006/main">
              <a:ext uri="{FF2B5EF4-FFF2-40B4-BE49-F238E27FC236}">
                <a16:creationId xmlns:a16="http://schemas.microsoft.com/office/drawing/2014/main" id="{21E40833-4F6A-4A53-B099-923568D3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div-no-26">
            <a:extLst xmlns:a="http://schemas.openxmlformats.org/drawingml/2006/main">
              <a:ext uri="{FF2B5EF4-FFF2-40B4-BE49-F238E27FC236}">
                <a16:creationId xmlns:a16="http://schemas.microsoft.com/office/drawing/2014/main" id="{27F0D743-8591-4B97-84E0-92F910A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04B</a:t>
            </a:r>
          </a:p>
        </p:txBody>
      </p:sp>
      <p:sp>
        <p:nvSpPr>
          <p:cNvPr id="4" name="div-title-26">
            <a:extLst xmlns:a="http://schemas.openxmlformats.org/drawingml/2006/main">
              <a:ext uri="{FF2B5EF4-FFF2-40B4-BE49-F238E27FC236}">
                <a16:creationId xmlns:a16="http://schemas.microsoft.com/office/drawing/2014/main" id="{28D62E8C-ECF1-4241-84FC-DB7E2C94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Agent Runtime·HITL 구현 결과</a:t>
            </a:r>
          </a:p>
        </p:txBody>
      </p:sp>
      <p:sp>
        <p:nvSpPr>
          <p:cNvPr id="5" name="div-sub-26">
            <a:extLst xmlns:a="http://schemas.openxmlformats.org/drawingml/2006/main">
              <a:ext uri="{FF2B5EF4-FFF2-40B4-BE49-F238E27FC236}">
                <a16:creationId xmlns:a16="http://schemas.microsoft.com/office/drawing/2014/main" id="{3D43EE03-3D61-450C-8D7F-420CBD38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모델의 도구 호출을 실행·중단·재개·기록하는 서버 런타임</a:t>
            </a:r>
          </a:p>
        </p:txBody>
      </p:sp>
      <p:cxnSp>
        <p:nvCxnSpPr>
          <p:cNvPr id="208" name="div-line-26"/>
          <p:cNvCxnSpPr/>
          <p:nvPr/>
        </p:nvCxnSpPr>
        <p:spPr>
          <a:xfrm xmlns:a="http://schemas.openxmlformats.org/drawingml/2006/main">
            <a:off x="628650" y="53911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C8DB"/>
            </a:solidFill>
            <a:prstDash val="solid"/>
          </a:ln>
        </p:spPr>
      </p:cxnSp>
      <p:sp>
        <p:nvSpPr>
          <p:cNvPr id="7" name="div-key-26">
            <a:extLst xmlns:a="http://schemas.openxmlformats.org/drawingml/2006/main">
              <a:ext uri="{FF2B5EF4-FFF2-40B4-BE49-F238E27FC236}">
                <a16:creationId xmlns:a16="http://schemas.microsoft.com/office/drawing/2014/main" id="{993E6579-4EB2-42FB-B748-7512313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STREAM · INTERRUPT · RESUME · IDEMPOTENCY</a:t>
            </a:r>
          </a:p>
        </p:txBody>
      </p:sp>
      <p:sp>
        <p:nvSpPr>
          <p:cNvPr id="8" name="div-page-26">
            <a:extLst xmlns:a="http://schemas.openxmlformats.org/drawingml/2006/main">
              <a:ext uri="{FF2B5EF4-FFF2-40B4-BE49-F238E27FC236}">
                <a16:creationId xmlns:a16="http://schemas.microsoft.com/office/drawing/2014/main" id="{52131FBC-B2CC-45F0-A735-F41B8FD9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67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pic>
        <p:nvPicPr>
          <p:cNvPr id="211" name="그림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cd93cc5254060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12" name="그림 1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05929f5f049bd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004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-27">
            <a:extLst xmlns:a="http://schemas.openxmlformats.org/drawingml/2006/main">
              <a:ext uri="{FF2B5EF4-FFF2-40B4-BE49-F238E27FC236}">
                <a16:creationId xmlns:a16="http://schemas.microsoft.com/office/drawing/2014/main" id="{AA95AA7D-CCED-4C23-89E9-4B0167A0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84" name="top-rule-27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27">
            <a:extLst xmlns:a="http://schemas.openxmlformats.org/drawingml/2006/main">
              <a:ext uri="{FF2B5EF4-FFF2-40B4-BE49-F238E27FC236}">
                <a16:creationId xmlns:a16="http://schemas.microsoft.com/office/drawing/2014/main" id="{267B4FEC-65C0-4BD2-BA52-3E17F9DF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27">
            <a:extLst xmlns:a="http://schemas.openxmlformats.org/drawingml/2006/main">
              <a:ext uri="{FF2B5EF4-FFF2-40B4-BE49-F238E27FC236}">
                <a16:creationId xmlns:a16="http://schemas.microsoft.com/office/drawing/2014/main" id="{9B6DA6F7-D781-44C6-B9B0-2D3DFE9A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RUNTIME</a:t>
            </a:r>
          </a:p>
        </p:txBody>
      </p:sp>
      <p:sp>
        <p:nvSpPr>
          <p:cNvPr id="5" name="page-27">
            <a:extLst xmlns:a="http://schemas.openxmlformats.org/drawingml/2006/main">
              <a:ext uri="{FF2B5EF4-FFF2-40B4-BE49-F238E27FC236}">
                <a16:creationId xmlns:a16="http://schemas.microsoft.com/office/drawing/2014/main" id="{5887E4F7-D14A-417C-9067-D7EEC6B1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pic>
        <p:nvPicPr>
          <p:cNvPr id="288" name="그림 2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b079197dd4143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89" name="그림 2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cf59d2bf14dab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27">
            <a:extLst xmlns:a="http://schemas.openxmlformats.org/drawingml/2006/main">
              <a:ext uri="{FF2B5EF4-FFF2-40B4-BE49-F238E27FC236}">
                <a16:creationId xmlns:a16="http://schemas.microsoft.com/office/drawing/2014/main" id="{E3699742-CCB4-43C4-A0EB-832118C9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Agent Runtime 실행 루프</a:t>
            </a:r>
          </a:p>
        </p:txBody>
      </p:sp>
      <p:sp>
        <p:nvSpPr>
          <p:cNvPr id="28" name="signal-27">
            <a:extLst xmlns:a="http://schemas.openxmlformats.org/drawingml/2006/main">
              <a:ext uri="{FF2B5EF4-FFF2-40B4-BE49-F238E27FC236}">
                <a16:creationId xmlns:a16="http://schemas.microsoft.com/office/drawing/2014/main" id="{C527A2B8-8E04-4CD9-AF2C-A4C07FB7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ignal-label-27">
            <a:extLst xmlns:a="http://schemas.openxmlformats.org/drawingml/2006/main">
              <a:ext uri="{FF2B5EF4-FFF2-40B4-BE49-F238E27FC236}">
                <a16:creationId xmlns:a16="http://schemas.microsoft.com/office/drawing/2014/main" id="{7F6D92A5-257B-4524-8667-09A6BA37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RUNTIME</a:t>
            </a:r>
          </a:p>
        </p:txBody>
      </p:sp>
      <p:sp>
        <p:nvSpPr>
          <p:cNvPr id="219" name="s27-plan-call-h1">
            <a:extLst xmlns:a="http://schemas.openxmlformats.org/drawingml/2006/main">
              <a:ext uri="{FF2B5EF4-FFF2-40B4-BE49-F238E27FC236}">
                <a16:creationId xmlns:a16="http://schemas.microsoft.com/office/drawing/2014/main" id="{2466399B-ECFC-4D0A-A1D5-D56F0A8F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0" name="s27-plan-call-v">
            <a:extLst xmlns:a="http://schemas.openxmlformats.org/drawingml/2006/main">
              <a:ext uri="{FF2B5EF4-FFF2-40B4-BE49-F238E27FC236}">
                <a16:creationId xmlns:a16="http://schemas.microsoft.com/office/drawing/2014/main" id="{6A43D539-5DBD-4867-87C4-405A2474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1" name="s27-plan-call-h2">
            <a:extLst xmlns:a="http://schemas.openxmlformats.org/drawingml/2006/main">
              <a:ext uri="{FF2B5EF4-FFF2-40B4-BE49-F238E27FC236}">
                <a16:creationId xmlns:a16="http://schemas.microsoft.com/office/drawing/2014/main" id="{4628C6D6-5AB5-424D-9E93-0DF01045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2" name="s27-call-observe-h1">
            <a:extLst xmlns:a="http://schemas.openxmlformats.org/drawingml/2006/main">
              <a:ext uri="{FF2B5EF4-FFF2-40B4-BE49-F238E27FC236}">
                <a16:creationId xmlns:a16="http://schemas.microsoft.com/office/drawing/2014/main" id="{8352E965-013F-46CD-A622-EF1D76F0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574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3" name="s27-call-observe-v">
            <a:extLst xmlns:a="http://schemas.openxmlformats.org/drawingml/2006/main">
              <a:ext uri="{FF2B5EF4-FFF2-40B4-BE49-F238E27FC236}">
                <a16:creationId xmlns:a16="http://schemas.microsoft.com/office/drawing/2014/main" id="{26F0D065-430D-48FA-943D-C0D7CB03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4" name="s27-call-observe-h2">
            <a:extLst xmlns:a="http://schemas.openxmlformats.org/drawingml/2006/main">
              <a:ext uri="{FF2B5EF4-FFF2-40B4-BE49-F238E27FC236}">
                <a16:creationId xmlns:a16="http://schemas.microsoft.com/office/drawing/2014/main" id="{2AE0A4F5-8E7C-45BD-9B7D-56560FAC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5" name="s27-observe-continue-h1">
            <a:extLst xmlns:a="http://schemas.openxmlformats.org/drawingml/2006/main">
              <a:ext uri="{FF2B5EF4-FFF2-40B4-BE49-F238E27FC236}">
                <a16:creationId xmlns:a16="http://schemas.microsoft.com/office/drawing/2014/main" id="{D07D7729-726C-40F5-95D6-A2E4741E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6" name="s27-observe-continue-v">
            <a:extLst xmlns:a="http://schemas.openxmlformats.org/drawingml/2006/main">
              <a:ext uri="{FF2B5EF4-FFF2-40B4-BE49-F238E27FC236}">
                <a16:creationId xmlns:a16="http://schemas.microsoft.com/office/drawing/2014/main" id="{470465E9-EE52-4C39-AE50-E151948A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7" name="s27-observe-continue-h2">
            <a:extLst xmlns:a="http://schemas.openxmlformats.org/drawingml/2006/main">
              <a:ext uri="{FF2B5EF4-FFF2-40B4-BE49-F238E27FC236}">
                <a16:creationId xmlns:a16="http://schemas.microsoft.com/office/drawing/2014/main" id="{DB52F7FE-86A3-46D0-9461-2D91D1B1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529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8" name="s27-continue-plan-h1">
            <a:extLst xmlns:a="http://schemas.openxmlformats.org/drawingml/2006/main">
              <a:ext uri="{FF2B5EF4-FFF2-40B4-BE49-F238E27FC236}">
                <a16:creationId xmlns:a16="http://schemas.microsoft.com/office/drawing/2014/main" id="{04AB3E9E-AE45-4517-9965-DF9962A1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52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9" name="s27-continue-plan-v">
            <a:extLst xmlns:a="http://schemas.openxmlformats.org/drawingml/2006/main">
              <a:ext uri="{FF2B5EF4-FFF2-40B4-BE49-F238E27FC236}">
                <a16:creationId xmlns:a16="http://schemas.microsoft.com/office/drawing/2014/main" id="{B324A095-66A3-4357-A9A7-AB9B8308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6550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0" name="s27-continue-plan-h2">
            <a:extLst xmlns:a="http://schemas.openxmlformats.org/drawingml/2006/main">
              <a:ext uri="{FF2B5EF4-FFF2-40B4-BE49-F238E27FC236}">
                <a16:creationId xmlns:a16="http://schemas.microsoft.com/office/drawing/2014/main" id="{22390B1E-5975-4F9E-9FF3-B415AE80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1" name="s27-exit-h1">
            <a:extLst xmlns:a="http://schemas.openxmlformats.org/drawingml/2006/main">
              <a:ext uri="{FF2B5EF4-FFF2-40B4-BE49-F238E27FC236}">
                <a16:creationId xmlns:a16="http://schemas.microsoft.com/office/drawing/2014/main" id="{9BB24EB3-7800-4F5F-A8FF-E3974F4E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529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2" name="s27-exit-v">
            <a:extLst xmlns:a="http://schemas.openxmlformats.org/drawingml/2006/main">
              <a:ext uri="{FF2B5EF4-FFF2-40B4-BE49-F238E27FC236}">
                <a16:creationId xmlns:a16="http://schemas.microsoft.com/office/drawing/2014/main" id="{7D309AEF-BAF4-47A1-A789-2658E238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529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3" name="s27-exit-h2">
            <a:extLst xmlns:a="http://schemas.openxmlformats.org/drawingml/2006/main">
              <a:ext uri="{FF2B5EF4-FFF2-40B4-BE49-F238E27FC236}">
                <a16:creationId xmlns:a16="http://schemas.microsoft.com/office/drawing/2014/main" id="{73F77C70-61ED-4E4F-9945-E96AB3FC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816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4" name="s27-node-0">
            <a:extLst xmlns:a="http://schemas.openxmlformats.org/drawingml/2006/main">
              <a:ext uri="{FF2B5EF4-FFF2-40B4-BE49-F238E27FC236}">
                <a16:creationId xmlns:a16="http://schemas.microsoft.com/office/drawing/2014/main" id="{C34AA2BE-8DF4-4E62-AC15-0C0AA294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35" name="s27-node-label-0-text">
            <a:extLst xmlns:a="http://schemas.openxmlformats.org/drawingml/2006/main">
              <a:ext uri="{FF2B5EF4-FFF2-40B4-BE49-F238E27FC236}">
                <a16:creationId xmlns:a16="http://schemas.microsoft.com/office/drawing/2014/main" id="{9217DEA6-77BB-4E8B-9542-A92E6DE9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236" name="s27-node-title-0">
            <a:extLst xmlns:a="http://schemas.openxmlformats.org/drawingml/2006/main">
              <a:ext uri="{FF2B5EF4-FFF2-40B4-BE49-F238E27FC236}">
                <a16:creationId xmlns:a16="http://schemas.microsoft.com/office/drawing/2014/main" id="{571654AE-FC0A-4D96-9082-7B21D3C8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PLAN</a:t>
            </a:r>
          </a:p>
        </p:txBody>
      </p:sp>
      <p:sp>
        <p:nvSpPr>
          <p:cNvPr id="237" name="s27-node-body-0">
            <a:extLst xmlns:a="http://schemas.openxmlformats.org/drawingml/2006/main">
              <a:ext uri="{FF2B5EF4-FFF2-40B4-BE49-F238E27FC236}">
                <a16:creationId xmlns:a16="http://schemas.microsoft.com/office/drawing/2014/main" id="{DEC11C6E-6F7D-464B-9703-1E2425E4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6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메시지·Memory·Skill·Tool로 다음 행동 결정</a:t>
            </a:r>
          </a:p>
        </p:txBody>
      </p:sp>
      <p:sp>
        <p:nvSpPr>
          <p:cNvPr id="238" name="s27-node-1">
            <a:extLst xmlns:a="http://schemas.openxmlformats.org/drawingml/2006/main">
              <a:ext uri="{FF2B5EF4-FFF2-40B4-BE49-F238E27FC236}">
                <a16:creationId xmlns:a16="http://schemas.microsoft.com/office/drawing/2014/main" id="{862A1AA0-9043-4463-9891-1EB7FC75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47850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EAF2FB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EAF2FB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39" name="s27-node-label-1-text">
            <a:extLst xmlns:a="http://schemas.openxmlformats.org/drawingml/2006/main">
              <a:ext uri="{FF2B5EF4-FFF2-40B4-BE49-F238E27FC236}">
                <a16:creationId xmlns:a16="http://schemas.microsoft.com/office/drawing/2014/main" id="{0EC4561F-1F72-4793-B49F-BA8BD49C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40" name="s27-node-title-1">
            <a:extLst xmlns:a="http://schemas.openxmlformats.org/drawingml/2006/main">
              <a:ext uri="{FF2B5EF4-FFF2-40B4-BE49-F238E27FC236}">
                <a16:creationId xmlns:a16="http://schemas.microsoft.com/office/drawing/2014/main" id="{FFBA7EA7-BCFF-48BB-8A4C-C4C5A004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CALL</a:t>
            </a:r>
          </a:p>
        </p:txBody>
      </p:sp>
      <p:sp>
        <p:nvSpPr>
          <p:cNvPr id="241" name="s27-node-body-1">
            <a:extLst xmlns:a="http://schemas.openxmlformats.org/drawingml/2006/main">
              <a:ext uri="{FF2B5EF4-FFF2-40B4-BE49-F238E27FC236}">
                <a16:creationId xmlns:a16="http://schemas.microsoft.com/office/drawing/2014/main" id="{B4950DDA-321D-4D85-9695-56FF8AAD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289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내장 32종·MCP·Subagent 호출</a:t>
            </a:r>
          </a:p>
        </p:txBody>
      </p:sp>
      <p:sp>
        <p:nvSpPr>
          <p:cNvPr id="242" name="s27-node-2">
            <a:extLst xmlns:a="http://schemas.openxmlformats.org/drawingml/2006/main">
              <a:ext uri="{FF2B5EF4-FFF2-40B4-BE49-F238E27FC236}">
                <a16:creationId xmlns:a16="http://schemas.microsoft.com/office/drawing/2014/main" id="{BABACBC9-1E0A-4D61-8DAA-15BAF7BE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43" name="s27-node-label-2-text">
            <a:extLst xmlns:a="http://schemas.openxmlformats.org/drawingml/2006/main">
              <a:ext uri="{FF2B5EF4-FFF2-40B4-BE49-F238E27FC236}">
                <a16:creationId xmlns:a16="http://schemas.microsoft.com/office/drawing/2014/main" id="{CBBC8133-66A1-44B8-9C83-669930EC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44" name="s27-node-title-2">
            <a:extLst xmlns:a="http://schemas.openxmlformats.org/drawingml/2006/main">
              <a:ext uri="{FF2B5EF4-FFF2-40B4-BE49-F238E27FC236}">
                <a16:creationId xmlns:a16="http://schemas.microsoft.com/office/drawing/2014/main" id="{76F9B6DE-F96A-4C89-897B-24C98A4F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OBSERVE</a:t>
            </a:r>
          </a:p>
        </p:txBody>
      </p:sp>
      <p:sp>
        <p:nvSpPr>
          <p:cNvPr id="245" name="s27-node-body-2">
            <a:extLst xmlns:a="http://schemas.openxmlformats.org/drawingml/2006/main">
              <a:ext uri="{FF2B5EF4-FFF2-40B4-BE49-F238E27FC236}">
                <a16:creationId xmlns:a16="http://schemas.microsoft.com/office/drawing/2014/main" id="{3F4AB457-965D-42FD-8A86-C4DA763A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773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NDJSON 이벤트·도구 결과·Checkpoint 저장</a:t>
            </a:r>
          </a:p>
        </p:txBody>
      </p:sp>
      <p:sp>
        <p:nvSpPr>
          <p:cNvPr id="246" name="s27-node-3">
            <a:extLst xmlns:a="http://schemas.openxmlformats.org/drawingml/2006/main">
              <a:ext uri="{FF2B5EF4-FFF2-40B4-BE49-F238E27FC236}">
                <a16:creationId xmlns:a16="http://schemas.microsoft.com/office/drawing/2014/main" id="{3F3D90C2-7600-45D9-9357-2C3DD54D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43350"/>
            <a:ext cx="2476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A1020"/>
          </a:solidFill>
          <a:ln xmlns:a="http://schemas.openxmlformats.org/drawingml/2006/main" w="9525">
            <a:solidFill>
              <a:srgbClr val="0A1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47" name="s27-node-label-3-text">
            <a:extLst xmlns:a="http://schemas.openxmlformats.org/drawingml/2006/main">
              <a:ext uri="{FF2B5EF4-FFF2-40B4-BE49-F238E27FC236}">
                <a16:creationId xmlns:a16="http://schemas.microsoft.com/office/drawing/2014/main" id="{DCB403EE-777D-47E0-8AE4-73E19FC0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767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8" name="s27-node-title-3">
            <a:extLst xmlns:a="http://schemas.openxmlformats.org/drawingml/2006/main">
              <a:ext uri="{FF2B5EF4-FFF2-40B4-BE49-F238E27FC236}">
                <a16:creationId xmlns:a16="http://schemas.microsoft.com/office/drawing/2014/main" id="{97EFB695-BD7A-4F51-AF95-3F88EE4C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4340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CONTINUE</a:t>
            </a:r>
          </a:p>
        </p:txBody>
      </p:sp>
      <p:sp>
        <p:nvSpPr>
          <p:cNvPr id="249" name="s27-node-body-3">
            <a:extLst xmlns:a="http://schemas.openxmlformats.org/drawingml/2006/main">
              <a:ext uri="{FF2B5EF4-FFF2-40B4-BE49-F238E27FC236}">
                <a16:creationId xmlns:a16="http://schemas.microsoft.com/office/drawing/2014/main" id="{F8248A14-00AD-415C-8077-3DEFFE99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244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36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DDEBF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DDEBFA"/>
                </a:solidFill>
                <a:latin typeface="Pretendard"/>
                <a:ea typeface="Pretendard"/>
                <a:cs typeface="Pretendard"/>
              </a:rPr>
              <a:t>읽기 재시도·재계획 또는 최종 응답</a:t>
            </a:r>
          </a:p>
        </p:txBody>
      </p:sp>
      <p:sp>
        <p:nvSpPr>
          <p:cNvPr id="250" name="s27-final">
            <a:extLst xmlns:a="http://schemas.openxmlformats.org/drawingml/2006/main">
              <a:ext uri="{FF2B5EF4-FFF2-40B4-BE49-F238E27FC236}">
                <a16:creationId xmlns:a16="http://schemas.microsoft.com/office/drawing/2014/main" id="{307F656D-9513-4AA4-99FA-8708BF21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76800"/>
            <a:ext cx="2400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AF4"/>
          </a:solidFill>
          <a:ln xmlns:a="http://schemas.openxmlformats.org/drawingml/2006/main" w="9525">
            <a:solidFill>
              <a:srgbClr val="42D7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E9FAF4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E9FAF4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51" name="s27-final-title">
            <a:extLst xmlns:a="http://schemas.openxmlformats.org/drawingml/2006/main">
              <a:ext uri="{FF2B5EF4-FFF2-40B4-BE49-F238E27FC236}">
                <a16:creationId xmlns:a16="http://schemas.microsoft.com/office/drawing/2014/main" id="{23857D15-0543-4893-BFE1-B679B721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720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845E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FINAL RESPONSE</a:t>
            </a:r>
          </a:p>
        </p:txBody>
      </p:sp>
      <p:sp>
        <p:nvSpPr>
          <p:cNvPr id="252" name="s27-final-body">
            <a:extLst xmlns:a="http://schemas.openxmlformats.org/drawingml/2006/main">
              <a:ext uri="{FF2B5EF4-FFF2-40B4-BE49-F238E27FC236}">
                <a16:creationId xmlns:a16="http://schemas.microsoft.com/office/drawing/2014/main" id="{68BCDCDB-D2A1-4466-AC85-C06CDE9D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0065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845E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완료·승인 대기·오류 상태를 구분해 종료</a:t>
            </a:r>
          </a:p>
        </p:txBody>
      </p:sp>
      <p:sp>
        <p:nvSpPr>
          <p:cNvPr id="253" name="s27-loop-note">
            <a:extLst xmlns:a="http://schemas.openxmlformats.org/drawingml/2006/main">
              <a:ext uri="{FF2B5EF4-FFF2-40B4-BE49-F238E27FC236}">
                <a16:creationId xmlns:a16="http://schemas.microsoft.com/office/drawing/2014/main" id="{FE66435A-EC14-4D1C-8107-2BD1DA0B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719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계속</a:t>
            </a:r>
          </a:p>
        </p:txBody>
      </p:sp>
      <p:sp>
        <p:nvSpPr>
          <p:cNvPr id="254" name="s27-exit-note">
            <a:extLst xmlns:a="http://schemas.openxmlformats.org/drawingml/2006/main">
              <a:ext uri="{FF2B5EF4-FFF2-40B4-BE49-F238E27FC236}">
                <a16:creationId xmlns:a16="http://schemas.microsoft.com/office/drawing/2014/main" id="{0370A3A2-4CFD-4317-9F0A-B5409986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163253363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-28">
            <a:extLst xmlns:a="http://schemas.openxmlformats.org/drawingml/2006/main">
              <a:ext uri="{FF2B5EF4-FFF2-40B4-BE49-F238E27FC236}">
                <a16:creationId xmlns:a16="http://schemas.microsoft.com/office/drawing/2014/main" id="{13547DF0-0BEC-4034-AC69-2BAA02C2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12" name="top-rule-28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28">
            <a:extLst xmlns:a="http://schemas.openxmlformats.org/drawingml/2006/main">
              <a:ext uri="{FF2B5EF4-FFF2-40B4-BE49-F238E27FC236}">
                <a16:creationId xmlns:a16="http://schemas.microsoft.com/office/drawing/2014/main" id="{2BB4FE08-9C44-479D-8BA5-0C66D017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28">
            <a:extLst xmlns:a="http://schemas.openxmlformats.org/drawingml/2006/main">
              <a:ext uri="{FF2B5EF4-FFF2-40B4-BE49-F238E27FC236}">
                <a16:creationId xmlns:a16="http://schemas.microsoft.com/office/drawing/2014/main" id="{50A9BA01-5F9B-4BA2-80C0-35622E85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RUNTIME</a:t>
            </a:r>
          </a:p>
        </p:txBody>
      </p:sp>
      <p:sp>
        <p:nvSpPr>
          <p:cNvPr id="5" name="page-28">
            <a:extLst xmlns:a="http://schemas.openxmlformats.org/drawingml/2006/main">
              <a:ext uri="{FF2B5EF4-FFF2-40B4-BE49-F238E27FC236}">
                <a16:creationId xmlns:a16="http://schemas.microsoft.com/office/drawing/2014/main" id="{699C8A8B-C363-4533-8142-92979C90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pic>
        <p:nvPicPr>
          <p:cNvPr id="416" name="그림 3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c2646fbd04332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17" name="그림 3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5ed529de94fde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28">
            <a:extLst xmlns:a="http://schemas.openxmlformats.org/drawingml/2006/main">
              <a:ext uri="{FF2B5EF4-FFF2-40B4-BE49-F238E27FC236}">
                <a16:creationId xmlns:a16="http://schemas.microsoft.com/office/drawing/2014/main" id="{5CCB9EC3-560C-4159-9458-50A1D39B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모델과 서버의 책임 분리</a:t>
            </a:r>
          </a:p>
        </p:txBody>
      </p:sp>
      <p:sp>
        <p:nvSpPr>
          <p:cNvPr id="21" name="signal-28">
            <a:extLst xmlns:a="http://schemas.openxmlformats.org/drawingml/2006/main">
              <a:ext uri="{FF2B5EF4-FFF2-40B4-BE49-F238E27FC236}">
                <a16:creationId xmlns:a16="http://schemas.microsoft.com/office/drawing/2014/main" id="{50DEF710-E73A-44DE-B626-27C7273D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ignal-label-28">
            <a:extLst xmlns:a="http://schemas.openxmlformats.org/drawingml/2006/main">
              <a:ext uri="{FF2B5EF4-FFF2-40B4-BE49-F238E27FC236}">
                <a16:creationId xmlns:a16="http://schemas.microsoft.com/office/drawing/2014/main" id="{2DA3C808-7584-4E10-BCCD-FAB2EDC5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RUNTIME</a:t>
            </a:r>
          </a:p>
        </p:txBody>
      </p:sp>
      <p:sp>
        <p:nvSpPr>
          <p:cNvPr id="363" name="s28-divider">
            <a:extLst xmlns:a="http://schemas.openxmlformats.org/drawingml/2006/main">
              <a:ext uri="{FF2B5EF4-FFF2-40B4-BE49-F238E27FC236}">
                <a16:creationId xmlns:a16="http://schemas.microsoft.com/office/drawing/2014/main" id="{9352B4C5-F93A-4C65-A48B-B4030F8A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0" cy="3238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4" name="s28-model-label-text">
            <a:extLst xmlns:a="http://schemas.openxmlformats.org/drawingml/2006/main">
              <a:ext uri="{FF2B5EF4-FFF2-40B4-BE49-F238E27FC236}">
                <a16:creationId xmlns:a16="http://schemas.microsoft.com/office/drawing/2014/main" id="{867924A0-047B-4EE4-9B3A-0D6F5B54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MODEL RESPONSIBILITY</a:t>
            </a:r>
          </a:p>
        </p:txBody>
      </p:sp>
      <p:sp>
        <p:nvSpPr>
          <p:cNvPr id="365" name="s28-model-title">
            <a:extLst xmlns:a="http://schemas.openxmlformats.org/drawingml/2006/main">
              <a:ext uri="{FF2B5EF4-FFF2-40B4-BE49-F238E27FC236}">
                <a16:creationId xmlns:a16="http://schemas.microsoft.com/office/drawing/2014/main" id="{D02A8B4C-D0F0-46BF-A6FA-ACA6046B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모델은 다음 행동을 제안</a:t>
            </a:r>
          </a:p>
        </p:txBody>
      </p:sp>
      <p:sp>
        <p:nvSpPr>
          <p:cNvPr id="366" name="s28-model-k-0">
            <a:extLst xmlns:a="http://schemas.openxmlformats.org/drawingml/2006/main">
              <a:ext uri="{FF2B5EF4-FFF2-40B4-BE49-F238E27FC236}">
                <a16:creationId xmlns:a16="http://schemas.microsoft.com/office/drawing/2014/main" id="{0DA626EC-7FB3-41A5-84C1-F991EE80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도구 선택</a:t>
            </a:r>
          </a:p>
        </p:txBody>
      </p:sp>
      <p:sp>
        <p:nvSpPr>
          <p:cNvPr id="367" name="s28-model-v-0">
            <a:extLst xmlns:a="http://schemas.openxmlformats.org/drawingml/2006/main">
              <a:ext uri="{FF2B5EF4-FFF2-40B4-BE49-F238E27FC236}">
                <a16:creationId xmlns:a16="http://schemas.microsoft.com/office/drawing/2014/main" id="{FA547FD7-B1AC-4480-AC43-5A3293E2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432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도구·Skill·Subagent 선택</a:t>
            </a:r>
          </a:p>
        </p:txBody>
      </p:sp>
      <p:sp>
        <p:nvSpPr>
          <p:cNvPr id="368" name="s28-model-k-1">
            <a:extLst xmlns:a="http://schemas.openxmlformats.org/drawingml/2006/main">
              <a:ext uri="{FF2B5EF4-FFF2-40B4-BE49-F238E27FC236}">
                <a16:creationId xmlns:a16="http://schemas.microsoft.com/office/drawing/2014/main" id="{C06A35D0-81C9-41AA-A815-D16F9B61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인자 생성</a:t>
            </a:r>
          </a:p>
        </p:txBody>
      </p:sp>
      <p:sp>
        <p:nvSpPr>
          <p:cNvPr id="369" name="s28-model-v-1">
            <a:extLst xmlns:a="http://schemas.openxmlformats.org/drawingml/2006/main">
              <a:ext uri="{FF2B5EF4-FFF2-40B4-BE49-F238E27FC236}">
                <a16:creationId xmlns:a16="http://schemas.microsoft.com/office/drawing/2014/main" id="{0F69275B-7EAB-48A5-BA04-8D3AFD90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290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구조화 인자와 다음 행동 제안</a:t>
            </a:r>
          </a:p>
        </p:txBody>
      </p:sp>
      <p:sp>
        <p:nvSpPr>
          <p:cNvPr id="370" name="s28-model-k-2">
            <a:extLst xmlns:a="http://schemas.openxmlformats.org/drawingml/2006/main">
              <a:ext uri="{FF2B5EF4-FFF2-40B4-BE49-F238E27FC236}">
                <a16:creationId xmlns:a16="http://schemas.microsoft.com/office/drawing/2014/main" id="{AD0BD1A5-D02A-47ED-8DB0-731FDD97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응답 구성</a:t>
            </a:r>
          </a:p>
        </p:txBody>
      </p:sp>
      <p:sp>
        <p:nvSpPr>
          <p:cNvPr id="371" name="s28-model-v-2">
            <a:extLst xmlns:a="http://schemas.openxmlformats.org/drawingml/2006/main">
              <a:ext uri="{FF2B5EF4-FFF2-40B4-BE49-F238E27FC236}">
                <a16:creationId xmlns:a16="http://schemas.microsoft.com/office/drawing/2014/main" id="{6F4022C2-FBA2-4D3F-83F5-8EA23E03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5148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근거와 Tool 결과로 응답 구성</a:t>
            </a:r>
          </a:p>
        </p:txBody>
      </p:sp>
      <p:sp>
        <p:nvSpPr>
          <p:cNvPr id="372" name="s28-server-label-text">
            <a:extLst xmlns:a="http://schemas.openxmlformats.org/drawingml/2006/main">
              <a:ext uri="{FF2B5EF4-FFF2-40B4-BE49-F238E27FC236}">
                <a16:creationId xmlns:a16="http://schemas.microsoft.com/office/drawing/2014/main" id="{4D315261-8ADD-4666-A558-8741805F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SERVER CONTROL</a:t>
            </a:r>
          </a:p>
        </p:txBody>
      </p:sp>
      <p:sp>
        <p:nvSpPr>
          <p:cNvPr id="373" name="s28-server-title">
            <a:extLst xmlns:a="http://schemas.openxmlformats.org/drawingml/2006/main">
              <a:ext uri="{FF2B5EF4-FFF2-40B4-BE49-F238E27FC236}">
                <a16:creationId xmlns:a16="http://schemas.microsoft.com/office/drawing/2014/main" id="{1837555A-A65A-4E6E-8C44-AA9D70DF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서버는 실행 조건을 강제</a:t>
            </a:r>
          </a:p>
        </p:txBody>
      </p:sp>
      <p:sp>
        <p:nvSpPr>
          <p:cNvPr id="374" name="s28-server-k-0">
            <a:extLst xmlns:a="http://schemas.openxmlformats.org/drawingml/2006/main">
              <a:ext uri="{FF2B5EF4-FFF2-40B4-BE49-F238E27FC236}">
                <a16:creationId xmlns:a16="http://schemas.microsoft.com/office/drawing/2014/main" id="{A140C377-FD70-4945-83EB-01D99FAB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권한·컨텍스트</a:t>
            </a:r>
          </a:p>
        </p:txBody>
      </p:sp>
      <p:sp>
        <p:nvSpPr>
          <p:cNvPr id="375" name="s28-server-v-0">
            <a:extLst xmlns:a="http://schemas.openxmlformats.org/drawingml/2006/main">
              <a:ext uri="{FF2B5EF4-FFF2-40B4-BE49-F238E27FC236}">
                <a16:creationId xmlns:a16="http://schemas.microsoft.com/office/drawing/2014/main" id="{5B5AFCD3-9ADC-46AE-9F08-8842B260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team_id·project context를 서버가 주입</a:t>
            </a:r>
          </a:p>
        </p:txBody>
      </p:sp>
      <p:sp>
        <p:nvSpPr>
          <p:cNvPr id="376" name="s28-server-k-1">
            <a:extLst xmlns:a="http://schemas.openxmlformats.org/drawingml/2006/main">
              <a:ext uri="{FF2B5EF4-FFF2-40B4-BE49-F238E27FC236}">
                <a16:creationId xmlns:a16="http://schemas.microsoft.com/office/drawing/2014/main" id="{8B84C451-BC05-43C0-8A41-46B1B904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실행·체크포인트</a:t>
            </a:r>
          </a:p>
        </p:txBody>
      </p:sp>
      <p:sp>
        <p:nvSpPr>
          <p:cNvPr id="377" name="s28-server-v-1">
            <a:extLst xmlns:a="http://schemas.openxmlformats.org/drawingml/2006/main">
              <a:ext uri="{FF2B5EF4-FFF2-40B4-BE49-F238E27FC236}">
                <a16:creationId xmlns:a16="http://schemas.microsoft.com/office/drawing/2014/main" id="{73A7A961-805E-4CFD-9EAE-F0888E18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Checkpoint·NDJSON 이벤트·멱등 결과 관리</a:t>
            </a:r>
          </a:p>
        </p:txBody>
      </p:sp>
      <p:sp>
        <p:nvSpPr>
          <p:cNvPr id="378" name="s28-server-k-2">
            <a:extLst xmlns:a="http://schemas.openxmlformats.org/drawingml/2006/main">
              <a:ext uri="{FF2B5EF4-FFF2-40B4-BE49-F238E27FC236}">
                <a16:creationId xmlns:a16="http://schemas.microsoft.com/office/drawing/2014/main" id="{8B5CA8D3-4F9C-4DD3-82AF-2C7A20FB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자원 제한</a:t>
            </a:r>
          </a:p>
        </p:txBody>
      </p:sp>
      <p:sp>
        <p:nvSpPr>
          <p:cNvPr id="379" name="s28-server-v-2">
            <a:extLst xmlns:a="http://schemas.openxmlformats.org/drawingml/2006/main">
              <a:ext uri="{FF2B5EF4-FFF2-40B4-BE49-F238E27FC236}">
                <a16:creationId xmlns:a16="http://schemas.microsoft.com/office/drawing/2014/main" id="{F5F46AB8-E048-43B3-BDCA-76CEAC28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전역 모델 상한 50 · 동시 4 · MCP 480초</a:t>
            </a:r>
          </a:p>
        </p:txBody>
      </p:sp>
      <p:sp>
        <p:nvSpPr>
          <p:cNvPr id="380" name="s28-server-k-3">
            <a:extLst xmlns:a="http://schemas.openxmlformats.org/drawingml/2006/main">
              <a:ext uri="{FF2B5EF4-FFF2-40B4-BE49-F238E27FC236}">
                <a16:creationId xmlns:a16="http://schemas.microsoft.com/office/drawing/2014/main" id="{8350BF29-5FA3-4BCB-BC2C-D7C6BEC1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승인 대기</a:t>
            </a:r>
          </a:p>
        </p:txBody>
      </p:sp>
      <p:sp>
        <p:nvSpPr>
          <p:cNvPr id="381" name="s28-server-v-3">
            <a:extLst xmlns:a="http://schemas.openxmlformats.org/drawingml/2006/main">
              <a:ext uri="{FF2B5EF4-FFF2-40B4-BE49-F238E27FC236}">
                <a16:creationId xmlns:a16="http://schemas.microsoft.com/office/drawing/2014/main" id="{55279EAB-318A-466A-A81F-3EF40BBC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side_effect 메타에 따라 handler 전에 중단</a:t>
            </a:r>
          </a:p>
        </p:txBody>
      </p:sp>
      <p:sp>
        <p:nvSpPr>
          <p:cNvPr id="382" name="s28-note">
            <a:extLst xmlns:a="http://schemas.openxmlformats.org/drawingml/2006/main">
              <a:ext uri="{FF2B5EF4-FFF2-40B4-BE49-F238E27FC236}">
                <a16:creationId xmlns:a16="http://schemas.microsoft.com/office/drawing/2014/main" id="{FC7689E2-626F-4B8C-9E9E-C1DCD683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Graph는 요청마다 재조립 · 대화와 승인 위치는 PostgreSQL Checkpoint에 보존</a:t>
            </a:r>
          </a:p>
        </p:txBody>
      </p:sp>
    </p:spTree>
    <p:extLst>
      <p:ext uri="{BB962C8B-B14F-4D97-AF65-F5344CB8AC3E}">
        <p14:creationId xmlns:p14="http://schemas.microsoft.com/office/powerpoint/2010/main" val="20320822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-29">
            <a:extLst xmlns:a="http://schemas.openxmlformats.org/drawingml/2006/main">
              <a:ext uri="{FF2B5EF4-FFF2-40B4-BE49-F238E27FC236}">
                <a16:creationId xmlns:a16="http://schemas.microsoft.com/office/drawing/2014/main" id="{D741B090-A358-4BA6-8D2D-5637167C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93" name="top-rule-29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29">
            <a:extLst xmlns:a="http://schemas.openxmlformats.org/drawingml/2006/main">
              <a:ext uri="{FF2B5EF4-FFF2-40B4-BE49-F238E27FC236}">
                <a16:creationId xmlns:a16="http://schemas.microsoft.com/office/drawing/2014/main" id="{FEB774BC-0D86-42BE-8090-E1EF4795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29">
            <a:extLst xmlns:a="http://schemas.openxmlformats.org/drawingml/2006/main">
              <a:ext uri="{FF2B5EF4-FFF2-40B4-BE49-F238E27FC236}">
                <a16:creationId xmlns:a16="http://schemas.microsoft.com/office/drawing/2014/main" id="{417AE06E-1777-4E24-B227-78FA671C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HITL</a:t>
            </a:r>
          </a:p>
        </p:txBody>
      </p:sp>
      <p:sp>
        <p:nvSpPr>
          <p:cNvPr id="5" name="page-29">
            <a:extLst xmlns:a="http://schemas.openxmlformats.org/drawingml/2006/main">
              <a:ext uri="{FF2B5EF4-FFF2-40B4-BE49-F238E27FC236}">
                <a16:creationId xmlns:a16="http://schemas.microsoft.com/office/drawing/2014/main" id="{8FC98A46-8460-4621-821A-625906D4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pic>
        <p:nvPicPr>
          <p:cNvPr id="497" name="그림 4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b9d5ba21c041c9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98" name="그림 46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f15b9a62a40d2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29">
            <a:extLst xmlns:a="http://schemas.openxmlformats.org/drawingml/2006/main">
              <a:ext uri="{FF2B5EF4-FFF2-40B4-BE49-F238E27FC236}">
                <a16:creationId xmlns:a16="http://schemas.microsoft.com/office/drawing/2014/main" id="{56411444-530B-4718-9E5A-B7591F51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쓰기 호출별 승인·편집·거절</a:t>
            </a:r>
          </a:p>
        </p:txBody>
      </p:sp>
      <p:sp>
        <p:nvSpPr>
          <p:cNvPr id="23" name="signal-29">
            <a:extLst xmlns:a="http://schemas.openxmlformats.org/drawingml/2006/main">
              <a:ext uri="{FF2B5EF4-FFF2-40B4-BE49-F238E27FC236}">
                <a16:creationId xmlns:a16="http://schemas.microsoft.com/office/drawing/2014/main" id="{E0864D12-DF64-4225-B8E4-8899DAA0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ignal-label-29">
            <a:extLst xmlns:a="http://schemas.openxmlformats.org/drawingml/2006/main">
              <a:ext uri="{FF2B5EF4-FFF2-40B4-BE49-F238E27FC236}">
                <a16:creationId xmlns:a16="http://schemas.microsoft.com/office/drawing/2014/main" id="{49D14E19-5FE9-465F-86BA-4D1ED2AE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HITL</a:t>
            </a:r>
          </a:p>
        </p:txBody>
      </p:sp>
      <p:sp>
        <p:nvSpPr>
          <p:cNvPr id="442" name="s29-preview-decision">
            <a:extLst xmlns:a="http://schemas.openxmlformats.org/drawingml/2006/main">
              <a:ext uri="{FF2B5EF4-FFF2-40B4-BE49-F238E27FC236}">
                <a16:creationId xmlns:a16="http://schemas.microsoft.com/office/drawing/2014/main" id="{2DF3403F-F297-4F65-B161-87F645E1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3" name="s29-approve-h1">
            <a:extLst xmlns:a="http://schemas.openxmlformats.org/drawingml/2006/main">
              <a:ext uri="{FF2B5EF4-FFF2-40B4-BE49-F238E27FC236}">
                <a16:creationId xmlns:a16="http://schemas.microsoft.com/office/drawing/2014/main" id="{1B4ABAB7-B6D3-4429-82D1-57D25576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4" name="s29-approve-v">
            <a:extLst xmlns:a="http://schemas.openxmlformats.org/drawingml/2006/main">
              <a:ext uri="{FF2B5EF4-FFF2-40B4-BE49-F238E27FC236}">
                <a16:creationId xmlns:a16="http://schemas.microsoft.com/office/drawing/2014/main" id="{145BDECD-4BA0-4326-98EB-E7452981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5" name="s29-approve-h2">
            <a:extLst xmlns:a="http://schemas.openxmlformats.org/drawingml/2006/main">
              <a:ext uri="{FF2B5EF4-FFF2-40B4-BE49-F238E27FC236}">
                <a16:creationId xmlns:a16="http://schemas.microsoft.com/office/drawing/2014/main" id="{8677A28F-36BB-4CD9-ACA1-7A9FE187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6" name="s29-reject-h1">
            <a:extLst xmlns:a="http://schemas.openxmlformats.org/drawingml/2006/main">
              <a:ext uri="{FF2B5EF4-FFF2-40B4-BE49-F238E27FC236}">
                <a16:creationId xmlns:a16="http://schemas.microsoft.com/office/drawing/2014/main" id="{909EBF36-8771-42DF-8E4F-20860350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7A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7" name="s29-reject-v">
            <a:extLst xmlns:a="http://schemas.openxmlformats.org/drawingml/2006/main">
              <a:ext uri="{FF2B5EF4-FFF2-40B4-BE49-F238E27FC236}">
                <a16:creationId xmlns:a16="http://schemas.microsoft.com/office/drawing/2014/main" id="{A2A67810-D0C9-4CCD-928E-C7049A02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7A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8" name="s29-reject-h2">
            <a:extLst xmlns:a="http://schemas.openxmlformats.org/drawingml/2006/main">
              <a:ext uri="{FF2B5EF4-FFF2-40B4-BE49-F238E27FC236}">
                <a16:creationId xmlns:a16="http://schemas.microsoft.com/office/drawing/2014/main" id="{E57E8712-27E4-47B2-895D-06A7163A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E7A9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9" name="s29-preview">
            <a:extLst xmlns:a="http://schemas.openxmlformats.org/drawingml/2006/main">
              <a:ext uri="{FF2B5EF4-FFF2-40B4-BE49-F238E27FC236}">
                <a16:creationId xmlns:a16="http://schemas.microsoft.com/office/drawing/2014/main" id="{1D5D12A6-21C1-4FDD-8FD2-E7BCCD5D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450" name="s29-preview-label-text">
            <a:extLst xmlns:a="http://schemas.openxmlformats.org/drawingml/2006/main">
              <a:ext uri="{FF2B5EF4-FFF2-40B4-BE49-F238E27FC236}">
                <a16:creationId xmlns:a16="http://schemas.microsoft.com/office/drawing/2014/main" id="{A1A8B1E1-B029-420A-B518-33FA6284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PREVIEW</a:t>
            </a:r>
          </a:p>
        </p:txBody>
      </p:sp>
      <p:sp>
        <p:nvSpPr>
          <p:cNvPr id="451" name="s29-preview-title">
            <a:extLst xmlns:a="http://schemas.openxmlformats.org/drawingml/2006/main">
              <a:ext uri="{FF2B5EF4-FFF2-40B4-BE49-F238E27FC236}">
                <a16:creationId xmlns:a16="http://schemas.microsoft.com/office/drawing/2014/main" id="{D24066BD-4079-45B9-863E-494A51C7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확인 카드</a:t>
            </a:r>
          </a:p>
        </p:txBody>
      </p:sp>
      <p:sp>
        <p:nvSpPr>
          <p:cNvPr id="452" name="s29-preview-body">
            <a:extLst xmlns:a="http://schemas.openxmlformats.org/drawingml/2006/main">
              <a:ext uri="{FF2B5EF4-FFF2-40B4-BE49-F238E27FC236}">
                <a16:creationId xmlns:a16="http://schemas.microsoft.com/office/drawing/2014/main" id="{08DD507C-1D44-450F-B2A0-F7CD10B1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도구명·인자·병렬 호출 목록 표시</a:t>
            </a:r>
          </a:p>
        </p:txBody>
      </p:sp>
      <p:sp>
        <p:nvSpPr>
          <p:cNvPr id="453" name="s29-decision">
            <a:extLst xmlns:a="http://schemas.openxmlformats.org/drawingml/2006/main">
              <a:ext uri="{FF2B5EF4-FFF2-40B4-BE49-F238E27FC236}">
                <a16:creationId xmlns:a16="http://schemas.microsoft.com/office/drawing/2014/main" id="{4C0610F4-DA4E-42DD-B2D7-98D52FC9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2000250" cy="2000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9525">
            <a:solidFill>
              <a:srgbClr val="0A1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454" name="s29-decision-title">
            <a:extLst xmlns:a="http://schemas.openxmlformats.org/drawingml/2006/main">
              <a:ext uri="{FF2B5EF4-FFF2-40B4-BE49-F238E27FC236}">
                <a16:creationId xmlns:a16="http://schemas.microsoft.com/office/drawing/2014/main" id="{FF20D1D6-C959-43A3-A523-1F89B8D9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120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CALL별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결정</a:t>
            </a:r>
          </a:p>
        </p:txBody>
      </p:sp>
      <p:sp>
        <p:nvSpPr>
          <p:cNvPr id="455" name="s29-decision-body">
            <a:extLst xmlns:a="http://schemas.openxmlformats.org/drawingml/2006/main">
              <a:ext uri="{FF2B5EF4-FFF2-40B4-BE49-F238E27FC236}">
                <a16:creationId xmlns:a16="http://schemas.microsoft.com/office/drawing/2014/main" id="{12689917-D45C-41EF-87ED-6F952DC3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05200"/>
            <a:ext cx="120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2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DDEBF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DDEBFA"/>
                </a:solidFill>
                <a:latin typeface="Pretendard"/>
                <a:ea typeface="Pretendard"/>
                <a:cs typeface="Pretendard"/>
              </a:rPr>
              <a:t>각 CALL별 승인·편집</a:t>
            </a:r>
          </a:p>
          <a:p xmlns:a="http://schemas.openxmlformats.org/drawingml/2006/main">
            <a:pPr algn="ctr">
              <a:buNone/>
              <a:defRPr sz="975" b="0">
                <a:solidFill>
                  <a:srgbClr val="DDEBF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DDEBFA"/>
                </a:solidFill>
                <a:latin typeface="Pretendard"/>
                <a:ea typeface="Pretendard"/>
                <a:cs typeface="Pretendard"/>
              </a:rPr>
              <a:t>거절·추가 응답</a:t>
            </a:r>
          </a:p>
        </p:txBody>
      </p:sp>
      <p:sp>
        <p:nvSpPr>
          <p:cNvPr id="456" name="s29-approve">
            <a:extLst xmlns:a="http://schemas.openxmlformats.org/drawingml/2006/main">
              <a:ext uri="{FF2B5EF4-FFF2-40B4-BE49-F238E27FC236}">
                <a16:creationId xmlns:a16="http://schemas.microsoft.com/office/drawing/2014/main" id="{8F3BD5F2-E86E-4E58-A8A9-F0AB0AAE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333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EAF2FB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EAF2FB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457" name="s29-approve-label-text">
            <a:extLst xmlns:a="http://schemas.openxmlformats.org/drawingml/2006/main">
              <a:ext uri="{FF2B5EF4-FFF2-40B4-BE49-F238E27FC236}">
                <a16:creationId xmlns:a16="http://schemas.microsoft.com/office/drawing/2014/main" id="{AA15F982-B946-4C2E-80C7-20B35ADE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336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APPROVE / EDIT</a:t>
            </a:r>
          </a:p>
        </p:txBody>
      </p:sp>
      <p:sp>
        <p:nvSpPr>
          <p:cNvPr id="458" name="s29-approve-title">
            <a:extLst xmlns:a="http://schemas.openxmlformats.org/drawingml/2006/main">
              <a:ext uri="{FF2B5EF4-FFF2-40B4-BE49-F238E27FC236}">
                <a16:creationId xmlns:a16="http://schemas.microsoft.com/office/drawing/2014/main" id="{545B0922-3831-4BB3-8572-4B05D695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선택한 호출 실행</a:t>
            </a:r>
          </a:p>
        </p:txBody>
      </p:sp>
      <p:sp>
        <p:nvSpPr>
          <p:cNvPr id="459" name="s29-approve-body">
            <a:extLst xmlns:a="http://schemas.openxmlformats.org/drawingml/2006/main">
              <a:ext uri="{FF2B5EF4-FFF2-40B4-BE49-F238E27FC236}">
                <a16:creationId xmlns:a16="http://schemas.microsoft.com/office/drawing/2014/main" id="{10B45ED8-F1C2-44C0-8E65-806FB0E5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146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편집 인자를 적용해 같은 Checkpoint에서 재개</a:t>
            </a:r>
          </a:p>
        </p:txBody>
      </p:sp>
      <p:sp>
        <p:nvSpPr>
          <p:cNvPr id="460" name="s29-reject">
            <a:extLst xmlns:a="http://schemas.openxmlformats.org/drawingml/2006/main">
              <a:ext uri="{FF2B5EF4-FFF2-40B4-BE49-F238E27FC236}">
                <a16:creationId xmlns:a16="http://schemas.microsoft.com/office/drawing/2014/main" id="{6342C07F-568E-49A8-BC02-3684F701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3333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FC8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7F9FC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7F9FC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461" name="s29-reject-label-text">
            <a:extLst xmlns:a="http://schemas.openxmlformats.org/drawingml/2006/main">
              <a:ext uri="{FF2B5EF4-FFF2-40B4-BE49-F238E27FC236}">
                <a16:creationId xmlns:a16="http://schemas.microsoft.com/office/drawing/2014/main" id="{FAA1F39C-914E-45AA-B7B0-3757045C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76700"/>
            <a:ext cx="281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REJECT / RESPOND</a:t>
            </a:r>
          </a:p>
        </p:txBody>
      </p:sp>
      <p:sp>
        <p:nvSpPr>
          <p:cNvPr id="462" name="s29-reject-title">
            <a:extLst xmlns:a="http://schemas.openxmlformats.org/drawingml/2006/main">
              <a:ext uri="{FF2B5EF4-FFF2-40B4-BE49-F238E27FC236}">
                <a16:creationId xmlns:a16="http://schemas.microsoft.com/office/drawing/2014/main" id="{8003A36E-F406-4662-B048-37EADC34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005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호출하지 않고 계속</a:t>
            </a:r>
          </a:p>
        </p:txBody>
      </p:sp>
      <p:sp>
        <p:nvSpPr>
          <p:cNvPr id="463" name="s29-reject-body">
            <a:extLst xmlns:a="http://schemas.openxmlformats.org/drawingml/2006/main">
              <a:ext uri="{FF2B5EF4-FFF2-40B4-BE49-F238E27FC236}">
                <a16:creationId xmlns:a16="http://schemas.microsoft.com/office/drawing/2014/main" id="{E28170FD-1645-4ADF-8F3D-14010440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577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0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handler를 호출하지 않고 거절 상태 기록 후 계속</a:t>
            </a:r>
          </a:p>
        </p:txBody>
      </p:sp>
    </p:spTree>
    <p:extLst>
      <p:ext uri="{BB962C8B-B14F-4D97-AF65-F5344CB8AC3E}">
        <p14:creationId xmlns:p14="http://schemas.microsoft.com/office/powerpoint/2010/main" val="158746382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-30">
            <a:extLst xmlns:a="http://schemas.openxmlformats.org/drawingml/2006/main">
              <a:ext uri="{FF2B5EF4-FFF2-40B4-BE49-F238E27FC236}">
                <a16:creationId xmlns:a16="http://schemas.microsoft.com/office/drawing/2014/main" id="{CE961F77-7F27-4A9F-98C4-01541CBE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08" name="top-rule-30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30">
            <a:extLst xmlns:a="http://schemas.openxmlformats.org/drawingml/2006/main">
              <a:ext uri="{FF2B5EF4-FFF2-40B4-BE49-F238E27FC236}">
                <a16:creationId xmlns:a16="http://schemas.microsoft.com/office/drawing/2014/main" id="{996D07A5-FF1A-42E2-8163-63D31FEE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30">
            <a:extLst xmlns:a="http://schemas.openxmlformats.org/drawingml/2006/main">
              <a:ext uri="{FF2B5EF4-FFF2-40B4-BE49-F238E27FC236}">
                <a16:creationId xmlns:a16="http://schemas.microsoft.com/office/drawing/2014/main" id="{63E3AEE0-E96E-4B27-8790-371190D2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SAFETY</a:t>
            </a:r>
          </a:p>
        </p:txBody>
      </p:sp>
      <p:sp>
        <p:nvSpPr>
          <p:cNvPr id="5" name="page-30">
            <a:extLst xmlns:a="http://schemas.openxmlformats.org/drawingml/2006/main">
              <a:ext uri="{FF2B5EF4-FFF2-40B4-BE49-F238E27FC236}">
                <a16:creationId xmlns:a16="http://schemas.microsoft.com/office/drawing/2014/main" id="{5973F6DA-A834-45F8-A952-FB2DDD26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pic>
        <p:nvPicPr>
          <p:cNvPr id="412" name="그림 3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75fcf98ce4cb2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13" name="그림 3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9fe4388d54ebc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30">
            <a:extLst xmlns:a="http://schemas.openxmlformats.org/drawingml/2006/main">
              <a:ext uri="{FF2B5EF4-FFF2-40B4-BE49-F238E27FC236}">
                <a16:creationId xmlns:a16="http://schemas.microsoft.com/office/drawing/2014/main" id="{CD4780CE-CAD1-448C-8F4C-7111DCB8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현재 구현된 실행 안전장치</a:t>
            </a:r>
          </a:p>
        </p:txBody>
      </p:sp>
      <p:sp>
        <p:nvSpPr>
          <p:cNvPr id="21" name="signal-30">
            <a:extLst xmlns:a="http://schemas.openxmlformats.org/drawingml/2006/main">
              <a:ext uri="{FF2B5EF4-FFF2-40B4-BE49-F238E27FC236}">
                <a16:creationId xmlns:a16="http://schemas.microsoft.com/office/drawing/2014/main" id="{A47A1CEA-7CC5-4E66-B04E-F2AA8788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ignal-label-30">
            <a:extLst xmlns:a="http://schemas.openxmlformats.org/drawingml/2006/main">
              <a:ext uri="{FF2B5EF4-FFF2-40B4-BE49-F238E27FC236}">
                <a16:creationId xmlns:a16="http://schemas.microsoft.com/office/drawing/2014/main" id="{C989B107-0353-4E98-9FF5-BB5E7688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SAFETY</a:t>
            </a:r>
          </a:p>
        </p:txBody>
      </p:sp>
      <p:sp>
        <p:nvSpPr>
          <p:cNvPr id="363" name="s30-bar-0">
            <a:extLst xmlns:a="http://schemas.openxmlformats.org/drawingml/2006/main">
              <a:ext uri="{FF2B5EF4-FFF2-40B4-BE49-F238E27FC236}">
                <a16:creationId xmlns:a16="http://schemas.microsoft.com/office/drawing/2014/main" id="{2FA29E39-E6EF-4836-B742-75C1E61D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4" name="s30-label-0-text">
            <a:extLst xmlns:a="http://schemas.openxmlformats.org/drawingml/2006/main">
              <a:ext uri="{FF2B5EF4-FFF2-40B4-BE49-F238E27FC236}">
                <a16:creationId xmlns:a16="http://schemas.microsoft.com/office/drawing/2014/main" id="{2244BA21-16A3-4930-95BA-87671E63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APPROVAL GATE</a:t>
            </a:r>
          </a:p>
        </p:txBody>
      </p:sp>
      <p:sp>
        <p:nvSpPr>
          <p:cNvPr id="365" name="s30-title-0">
            <a:extLst xmlns:a="http://schemas.openxmlformats.org/drawingml/2006/main">
              <a:ext uri="{FF2B5EF4-FFF2-40B4-BE49-F238E27FC236}">
                <a16:creationId xmlns:a16="http://schemas.microsoft.com/office/drawing/2014/main" id="{AA3D9FB3-9926-47CA-9F0F-60866940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쓰기 전 중단</a:t>
            </a:r>
          </a:p>
        </p:txBody>
      </p:sp>
      <p:sp>
        <p:nvSpPr>
          <p:cNvPr id="366" name="s30-body-0">
            <a:extLst xmlns:a="http://schemas.openxmlformats.org/drawingml/2006/main">
              <a:ext uri="{FF2B5EF4-FFF2-40B4-BE49-F238E27FC236}">
                <a16:creationId xmlns:a16="http://schemas.microsoft.com/office/drawing/2014/main" id="{B508C59C-B10B-465D-BC81-091817E1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side_effect 플래그 15개 · 되묻기·조회·조건부 변환은 별도 판정</a:t>
            </a:r>
          </a:p>
        </p:txBody>
      </p:sp>
      <p:sp>
        <p:nvSpPr>
          <p:cNvPr id="367" name="s30-bar-1">
            <a:extLst xmlns:a="http://schemas.openxmlformats.org/drawingml/2006/main">
              <a:ext uri="{FF2B5EF4-FFF2-40B4-BE49-F238E27FC236}">
                <a16:creationId xmlns:a16="http://schemas.microsoft.com/office/drawing/2014/main" id="{1A0B0755-A999-4709-995B-B0488D24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8" name="s30-label-1-text">
            <a:extLst xmlns:a="http://schemas.openxmlformats.org/drawingml/2006/main">
              <a:ext uri="{FF2B5EF4-FFF2-40B4-BE49-F238E27FC236}">
                <a16:creationId xmlns:a16="http://schemas.microsoft.com/office/drawing/2014/main" id="{52DA454E-5B4A-4C1C-828F-4A2487EA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IDEMPOTENCY</a:t>
            </a:r>
          </a:p>
        </p:txBody>
      </p:sp>
      <p:sp>
        <p:nvSpPr>
          <p:cNvPr id="369" name="s30-title-1">
            <a:extLst xmlns:a="http://schemas.openxmlformats.org/drawingml/2006/main">
              <a:ext uri="{FF2B5EF4-FFF2-40B4-BE49-F238E27FC236}">
                <a16:creationId xmlns:a16="http://schemas.microsoft.com/office/drawing/2014/main" id="{9E3329F0-DF65-4F0A-9CBD-A4FFDE62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중복 실행 방지</a:t>
            </a:r>
          </a:p>
        </p:txBody>
      </p:sp>
      <p:sp>
        <p:nvSpPr>
          <p:cNvPr id="370" name="s30-body-1">
            <a:extLst xmlns:a="http://schemas.openxmlformats.org/drawingml/2006/main">
              <a:ext uri="{FF2B5EF4-FFF2-40B4-BE49-F238E27FC236}">
                <a16:creationId xmlns:a16="http://schemas.microsoft.com/office/drawing/2014/main" id="{B830DEBA-E8EA-4DDE-AAFC-AD15DADC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동일 run_id·tool_call_id 성공 결과를 재사용해 중복 쓰기 방지</a:t>
            </a:r>
          </a:p>
        </p:txBody>
      </p:sp>
      <p:sp>
        <p:nvSpPr>
          <p:cNvPr id="371" name="s30-bar-2">
            <a:extLst xmlns:a="http://schemas.openxmlformats.org/drawingml/2006/main">
              <a:ext uri="{FF2B5EF4-FFF2-40B4-BE49-F238E27FC236}">
                <a16:creationId xmlns:a16="http://schemas.microsoft.com/office/drawing/2014/main" id="{C180EB7E-AF98-48A5-B152-ABEE60FD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2" name="s30-label-2-text">
            <a:extLst xmlns:a="http://schemas.openxmlformats.org/drawingml/2006/main">
              <a:ext uri="{FF2B5EF4-FFF2-40B4-BE49-F238E27FC236}">
                <a16:creationId xmlns:a16="http://schemas.microsoft.com/office/drawing/2014/main" id="{EFC26AEC-B9C6-49FB-8195-78CF0893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RESOURCE LIMIT</a:t>
            </a:r>
          </a:p>
        </p:txBody>
      </p:sp>
      <p:sp>
        <p:nvSpPr>
          <p:cNvPr id="373" name="s30-title-2">
            <a:extLst xmlns:a="http://schemas.openxmlformats.org/drawingml/2006/main">
              <a:ext uri="{FF2B5EF4-FFF2-40B4-BE49-F238E27FC236}">
                <a16:creationId xmlns:a16="http://schemas.microsoft.com/office/drawing/2014/main" id="{EA72DA88-C4D1-4DF1-9F84-A7FA9CA5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실행량 제한</a:t>
            </a:r>
          </a:p>
        </p:txBody>
      </p:sp>
      <p:sp>
        <p:nvSpPr>
          <p:cNvPr id="374" name="s30-body-2">
            <a:extLst xmlns:a="http://schemas.openxmlformats.org/drawingml/2006/main">
              <a:ext uri="{FF2B5EF4-FFF2-40B4-BE49-F238E27FC236}">
                <a16:creationId xmlns:a16="http://schemas.microsoft.com/office/drawing/2014/main" id="{CA3D6523-5C77-44AF-B517-DABFE442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모델 상한 min(10, 50) · 동시 Tool 4개 · MCP 480초</a:t>
            </a:r>
          </a:p>
        </p:txBody>
      </p:sp>
      <p:sp>
        <p:nvSpPr>
          <p:cNvPr id="375" name="s30-bar-3">
            <a:extLst xmlns:a="http://schemas.openxmlformats.org/drawingml/2006/main">
              <a:ext uri="{FF2B5EF4-FFF2-40B4-BE49-F238E27FC236}">
                <a16:creationId xmlns:a16="http://schemas.microsoft.com/office/drawing/2014/main" id="{94EC9BCB-081A-402C-8C67-2EFB15D4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6" name="s30-label-3-text">
            <a:extLst xmlns:a="http://schemas.openxmlformats.org/drawingml/2006/main">
              <a:ext uri="{FF2B5EF4-FFF2-40B4-BE49-F238E27FC236}">
                <a16:creationId xmlns:a16="http://schemas.microsoft.com/office/drawing/2014/main" id="{51B1A7A1-9D90-426D-9B3F-338BCB20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DELEGATION GUARD</a:t>
            </a:r>
          </a:p>
        </p:txBody>
      </p:sp>
      <p:sp>
        <p:nvSpPr>
          <p:cNvPr id="377" name="s30-title-3">
            <a:extLst xmlns:a="http://schemas.openxmlformats.org/drawingml/2006/main">
              <a:ext uri="{FF2B5EF4-FFF2-40B4-BE49-F238E27FC236}">
                <a16:creationId xmlns:a16="http://schemas.microsoft.com/office/drawing/2014/main" id="{927E3535-661B-485D-918B-FE49D2D6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위임 통제</a:t>
            </a:r>
          </a:p>
        </p:txBody>
      </p:sp>
      <p:sp>
        <p:nvSpPr>
          <p:cNvPr id="378" name="s30-body-3">
            <a:extLst xmlns:a="http://schemas.openxmlformats.org/drawingml/2006/main">
              <a:ext uri="{FF2B5EF4-FFF2-40B4-BE49-F238E27FC236}">
                <a16:creationId xmlns:a16="http://schemas.microsoft.com/office/drawing/2014/main" id="{64310FAE-C697-47B6-ABB0-A9DCE51C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Subagent 1단계 · 자식 재위임 금지 · 쓰기 호출 직렬화</a:t>
            </a:r>
          </a:p>
        </p:txBody>
      </p:sp>
    </p:spTree>
    <p:extLst>
      <p:ext uri="{BB962C8B-B14F-4D97-AF65-F5344CB8AC3E}">
        <p14:creationId xmlns:p14="http://schemas.microsoft.com/office/powerpoint/2010/main" val="7714084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E8EE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31">
            <a:extLst xmlns:a="http://schemas.openxmlformats.org/drawingml/2006/main">
              <a:ext uri="{FF2B5EF4-FFF2-40B4-BE49-F238E27FC236}">
                <a16:creationId xmlns:a16="http://schemas.microsoft.com/office/drawing/2014/main" id="{ADFA5707-B0EA-412A-BA19-F3D94C04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accent-31">
            <a:extLst xmlns:a="http://schemas.openxmlformats.org/drawingml/2006/main">
              <a:ext uri="{FF2B5EF4-FFF2-40B4-BE49-F238E27FC236}">
                <a16:creationId xmlns:a16="http://schemas.microsoft.com/office/drawing/2014/main" id="{21E40833-4F6A-4A53-B099-923568D3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div-no-31">
            <a:extLst xmlns:a="http://schemas.openxmlformats.org/drawingml/2006/main">
              <a:ext uri="{FF2B5EF4-FFF2-40B4-BE49-F238E27FC236}">
                <a16:creationId xmlns:a16="http://schemas.microsoft.com/office/drawing/2014/main" id="{27F0D743-8591-4B97-84E0-92F910A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04C</a:t>
            </a:r>
          </a:p>
        </p:txBody>
      </p:sp>
      <p:sp>
        <p:nvSpPr>
          <p:cNvPr id="4" name="div-title-31">
            <a:extLst xmlns:a="http://schemas.openxmlformats.org/drawingml/2006/main">
              <a:ext uri="{FF2B5EF4-FFF2-40B4-BE49-F238E27FC236}">
                <a16:creationId xmlns:a16="http://schemas.microsoft.com/office/drawing/2014/main" id="{28D62E8C-ECF1-4241-84FC-DB7E2C94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Skills 구현 결과</a:t>
            </a:r>
          </a:p>
        </p:txBody>
      </p:sp>
      <p:sp>
        <p:nvSpPr>
          <p:cNvPr id="5" name="div-sub-31">
            <a:extLst xmlns:a="http://schemas.openxmlformats.org/drawingml/2006/main">
              <a:ext uri="{FF2B5EF4-FFF2-40B4-BE49-F238E27FC236}">
                <a16:creationId xmlns:a16="http://schemas.microsoft.com/office/drawing/2014/main" id="{3D43EE03-3D61-450C-8D7F-420CBD38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반복 절차의 생성·검증·개인 및 팀 카탈로그 관리</a:t>
            </a:r>
          </a:p>
        </p:txBody>
      </p:sp>
      <p:cxnSp>
        <p:nvCxnSpPr>
          <p:cNvPr id="208" name="div-line-31"/>
          <p:cNvCxnSpPr/>
          <p:nvPr/>
        </p:nvCxnSpPr>
        <p:spPr>
          <a:xfrm xmlns:a="http://schemas.openxmlformats.org/drawingml/2006/main">
            <a:off x="628650" y="53911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C8DB"/>
            </a:solidFill>
            <a:prstDash val="solid"/>
          </a:ln>
        </p:spPr>
      </p:cxnSp>
      <p:sp>
        <p:nvSpPr>
          <p:cNvPr id="7" name="div-key-31">
            <a:extLst xmlns:a="http://schemas.openxmlformats.org/drawingml/2006/main">
              <a:ext uri="{FF2B5EF4-FFF2-40B4-BE49-F238E27FC236}">
                <a16:creationId xmlns:a16="http://schemas.microsoft.com/office/drawing/2014/main" id="{993E6579-4EB2-42FB-B748-7512313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CREATE · CLARIFY · VALIDATE · SHARE</a:t>
            </a:r>
          </a:p>
        </p:txBody>
      </p:sp>
      <p:sp>
        <p:nvSpPr>
          <p:cNvPr id="8" name="div-page-31">
            <a:extLst xmlns:a="http://schemas.openxmlformats.org/drawingml/2006/main">
              <a:ext uri="{FF2B5EF4-FFF2-40B4-BE49-F238E27FC236}">
                <a16:creationId xmlns:a16="http://schemas.microsoft.com/office/drawing/2014/main" id="{52131FBC-B2CC-45F0-A735-F41B8FD9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67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  <p:pic>
        <p:nvPicPr>
          <p:cNvPr id="211" name="그림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7748ab1c54569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12" name="그림 1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d71f27116455b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0040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-32">
            <a:extLst xmlns:a="http://schemas.openxmlformats.org/drawingml/2006/main">
              <a:ext uri="{FF2B5EF4-FFF2-40B4-BE49-F238E27FC236}">
                <a16:creationId xmlns:a16="http://schemas.microsoft.com/office/drawing/2014/main" id="{49744361-0721-4CBA-92D9-925995E5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66" name="top-rule-32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32">
            <a:extLst xmlns:a="http://schemas.openxmlformats.org/drawingml/2006/main">
              <a:ext uri="{FF2B5EF4-FFF2-40B4-BE49-F238E27FC236}">
                <a16:creationId xmlns:a16="http://schemas.microsoft.com/office/drawing/2014/main" id="{A52A739C-1072-4A90-8F5D-088C03DA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32">
            <a:extLst xmlns:a="http://schemas.openxmlformats.org/drawingml/2006/main">
              <a:ext uri="{FF2B5EF4-FFF2-40B4-BE49-F238E27FC236}">
                <a16:creationId xmlns:a16="http://schemas.microsoft.com/office/drawing/2014/main" id="{3AA2F40D-6B84-4E25-A5D1-7141E692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 FLOW</a:t>
            </a:r>
          </a:p>
        </p:txBody>
      </p:sp>
      <p:sp>
        <p:nvSpPr>
          <p:cNvPr id="5" name="page-32">
            <a:extLst xmlns:a="http://schemas.openxmlformats.org/drawingml/2006/main">
              <a:ext uri="{FF2B5EF4-FFF2-40B4-BE49-F238E27FC236}">
                <a16:creationId xmlns:a16="http://schemas.microsoft.com/office/drawing/2014/main" id="{65FC4998-2DF5-4C44-93F4-DF6C2648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pic>
        <p:nvPicPr>
          <p:cNvPr id="270" name="그림 2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766afa45146cc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71" name="그림 2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b630992f8401e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32">
            <a:extLst xmlns:a="http://schemas.openxmlformats.org/drawingml/2006/main">
              <a:ext uri="{FF2B5EF4-FFF2-40B4-BE49-F238E27FC236}">
                <a16:creationId xmlns:a16="http://schemas.microsoft.com/office/drawing/2014/main" id="{38BC9525-65B6-4327-8A89-909C45C7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스킬 생성·등록 흐름</a:t>
            </a:r>
          </a:p>
        </p:txBody>
      </p:sp>
      <p:sp>
        <p:nvSpPr>
          <p:cNvPr id="28" name="signal-32">
            <a:extLst xmlns:a="http://schemas.openxmlformats.org/drawingml/2006/main">
              <a:ext uri="{FF2B5EF4-FFF2-40B4-BE49-F238E27FC236}">
                <a16:creationId xmlns:a16="http://schemas.microsoft.com/office/drawing/2014/main" id="{26543901-DC6E-4EFF-BD8F-5DB0500A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ignal-label-32">
            <a:extLst xmlns:a="http://schemas.openxmlformats.org/drawingml/2006/main">
              <a:ext uri="{FF2B5EF4-FFF2-40B4-BE49-F238E27FC236}">
                <a16:creationId xmlns:a16="http://schemas.microsoft.com/office/drawing/2014/main" id="{41BE929A-0E1D-4E86-A060-0797D7BB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 FLOW</a:t>
            </a:r>
          </a:p>
        </p:txBody>
      </p:sp>
      <p:sp>
        <p:nvSpPr>
          <p:cNvPr id="217" name="s32-arrow-0">
            <a:extLst xmlns:a="http://schemas.openxmlformats.org/drawingml/2006/main">
              <a:ext uri="{FF2B5EF4-FFF2-40B4-BE49-F238E27FC236}">
                <a16:creationId xmlns:a16="http://schemas.microsoft.com/office/drawing/2014/main" id="{8BA2F255-94B5-4FF9-84B1-780930A5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813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8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8" name="s32-arrow-1">
            <a:extLst xmlns:a="http://schemas.openxmlformats.org/drawingml/2006/main">
              <a:ext uri="{FF2B5EF4-FFF2-40B4-BE49-F238E27FC236}">
                <a16:creationId xmlns:a16="http://schemas.microsoft.com/office/drawing/2014/main" id="{7F9003F1-84DD-4C97-998F-A6A9519A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813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8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9" name="s32-arrow-2">
            <a:extLst xmlns:a="http://schemas.openxmlformats.org/drawingml/2006/main">
              <a:ext uri="{FF2B5EF4-FFF2-40B4-BE49-F238E27FC236}">
                <a16:creationId xmlns:a16="http://schemas.microsoft.com/office/drawing/2014/main" id="{FF53CBB5-FEEA-4292-9132-B4C0D176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813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8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0" name="s32-step-0">
            <a:extLst xmlns:a="http://schemas.openxmlformats.org/drawingml/2006/main">
              <a:ext uri="{FF2B5EF4-FFF2-40B4-BE49-F238E27FC236}">
                <a16:creationId xmlns:a16="http://schemas.microsoft.com/office/drawing/2014/main" id="{751662A2-8AE0-4332-9B2C-0F893B7E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26098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21" name="s32-no-0-text">
            <a:extLst xmlns:a="http://schemas.openxmlformats.org/drawingml/2006/main">
              <a:ext uri="{FF2B5EF4-FFF2-40B4-BE49-F238E27FC236}">
                <a16:creationId xmlns:a16="http://schemas.microsoft.com/office/drawing/2014/main" id="{549612EF-4C19-49FE-AC08-25F4B8CD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222" name="s32-title-0">
            <a:extLst xmlns:a="http://schemas.openxmlformats.org/drawingml/2006/main">
              <a:ext uri="{FF2B5EF4-FFF2-40B4-BE49-F238E27FC236}">
                <a16:creationId xmlns:a16="http://schemas.microsoft.com/office/drawing/2014/main" id="{64474BB1-E215-4EEE-B2B6-08D4837C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REQUEST</a:t>
            </a:r>
          </a:p>
        </p:txBody>
      </p:sp>
      <p:sp>
        <p:nvSpPr>
          <p:cNvPr id="223" name="s32-body-0">
            <a:extLst xmlns:a="http://schemas.openxmlformats.org/drawingml/2006/main">
              <a:ext uri="{FF2B5EF4-FFF2-40B4-BE49-F238E27FC236}">
                <a16:creationId xmlns:a16="http://schemas.microsoft.com/office/drawing/2014/main" id="{42538150-096B-4398-AF03-CF32C19E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반복 업무·필요 입력·최종 결과 정의</a:t>
            </a:r>
          </a:p>
        </p:txBody>
      </p:sp>
      <p:sp>
        <p:nvSpPr>
          <p:cNvPr id="224" name="s32-step-1">
            <a:extLst xmlns:a="http://schemas.openxmlformats.org/drawingml/2006/main">
              <a:ext uri="{FF2B5EF4-FFF2-40B4-BE49-F238E27FC236}">
                <a16:creationId xmlns:a16="http://schemas.microsoft.com/office/drawing/2014/main" id="{CFAD165F-2DEE-45C8-9F5D-8790E6F4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6098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25" name="s32-no-1-text">
            <a:extLst xmlns:a="http://schemas.openxmlformats.org/drawingml/2006/main">
              <a:ext uri="{FF2B5EF4-FFF2-40B4-BE49-F238E27FC236}">
                <a16:creationId xmlns:a16="http://schemas.microsoft.com/office/drawing/2014/main" id="{49D3D44D-FB4B-4E2E-B6BE-D2BB5F2F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62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26" name="s32-title-1">
            <a:extLst xmlns:a="http://schemas.openxmlformats.org/drawingml/2006/main">
              <a:ext uri="{FF2B5EF4-FFF2-40B4-BE49-F238E27FC236}">
                <a16:creationId xmlns:a16="http://schemas.microsoft.com/office/drawing/2014/main" id="{9F84A104-18C3-465B-A4CB-582BE692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051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CLARIFY</a:t>
            </a:r>
          </a:p>
        </p:txBody>
      </p:sp>
      <p:sp>
        <p:nvSpPr>
          <p:cNvPr id="227" name="s32-body-1">
            <a:extLst xmlns:a="http://schemas.openxmlformats.org/drawingml/2006/main">
              <a:ext uri="{FF2B5EF4-FFF2-40B4-BE49-F238E27FC236}">
                <a16:creationId xmlns:a16="http://schemas.microsoft.com/office/drawing/2014/main" id="{4CA77904-5FB3-4856-A6A1-014B9F23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623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질문 1개씩 최대 3회 · 받은 내용은 재질문 금지</a:t>
            </a:r>
          </a:p>
        </p:txBody>
      </p:sp>
      <p:sp>
        <p:nvSpPr>
          <p:cNvPr id="228" name="s32-step-2">
            <a:extLst xmlns:a="http://schemas.openxmlformats.org/drawingml/2006/main">
              <a:ext uri="{FF2B5EF4-FFF2-40B4-BE49-F238E27FC236}">
                <a16:creationId xmlns:a16="http://schemas.microsoft.com/office/drawing/2014/main" id="{FDEBF4B7-3837-40B5-9157-FA75F201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26098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EAF2FB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EAF2FB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29" name="s32-no-2-text">
            <a:extLst xmlns:a="http://schemas.openxmlformats.org/drawingml/2006/main">
              <a:ext uri="{FF2B5EF4-FFF2-40B4-BE49-F238E27FC236}">
                <a16:creationId xmlns:a16="http://schemas.microsoft.com/office/drawing/2014/main" id="{3929C337-1E59-40A8-8ADB-ADAF415F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30" name="s32-title-2">
            <a:extLst xmlns:a="http://schemas.openxmlformats.org/drawingml/2006/main">
              <a:ext uri="{FF2B5EF4-FFF2-40B4-BE49-F238E27FC236}">
                <a16:creationId xmlns:a16="http://schemas.microsoft.com/office/drawing/2014/main" id="{33076AFB-5053-47D3-9F0B-D7B1F173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VALIDATE</a:t>
            </a:r>
          </a:p>
        </p:txBody>
      </p:sp>
      <p:sp>
        <p:nvSpPr>
          <p:cNvPr id="231" name="s32-body-2">
            <a:extLst xmlns:a="http://schemas.openxmlformats.org/drawingml/2006/main">
              <a:ext uri="{FF2B5EF4-FFF2-40B4-BE49-F238E27FC236}">
                <a16:creationId xmlns:a16="http://schemas.microsoft.com/office/drawing/2014/main" id="{7E5AA68B-5038-4EE5-A57E-B8924E6E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HITL ‘검증 시작’ 후 Background Job 실행</a:t>
            </a:r>
          </a:p>
        </p:txBody>
      </p:sp>
      <p:sp>
        <p:nvSpPr>
          <p:cNvPr id="232" name="s32-step-3">
            <a:extLst xmlns:a="http://schemas.openxmlformats.org/drawingml/2006/main">
              <a:ext uri="{FF2B5EF4-FFF2-40B4-BE49-F238E27FC236}">
                <a16:creationId xmlns:a16="http://schemas.microsoft.com/office/drawing/2014/main" id="{45D30677-9652-429F-B226-0FDA6ADD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6098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33" name="s32-no-3-text">
            <a:extLst xmlns:a="http://schemas.openxmlformats.org/drawingml/2006/main">
              <a:ext uri="{FF2B5EF4-FFF2-40B4-BE49-F238E27FC236}">
                <a16:creationId xmlns:a16="http://schemas.microsoft.com/office/drawing/2014/main" id="{A5834F1F-2E36-4A6F-B08C-D26941F4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622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4" name="s32-title-3">
            <a:extLst xmlns:a="http://schemas.openxmlformats.org/drawingml/2006/main">
              <a:ext uri="{FF2B5EF4-FFF2-40B4-BE49-F238E27FC236}">
                <a16:creationId xmlns:a16="http://schemas.microsoft.com/office/drawing/2014/main" id="{8DB46CA5-974A-47E3-A91C-317D62B7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CATALOG</a:t>
            </a:r>
          </a:p>
        </p:txBody>
      </p:sp>
      <p:sp>
        <p:nvSpPr>
          <p:cNvPr id="235" name="s32-body-3">
            <a:extLst xmlns:a="http://schemas.openxmlformats.org/drawingml/2006/main">
              <a:ext uri="{FF2B5EF4-FFF2-40B4-BE49-F238E27FC236}">
                <a16:creationId xmlns:a16="http://schemas.microsoft.com/office/drawing/2014/main" id="{7DDFB090-27C9-4569-806E-EA17018D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623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통과된 개인 스킬 게시 · 검증본만 팀 공유</a:t>
            </a:r>
          </a:p>
        </p:txBody>
      </p:sp>
      <p:sp>
        <p:nvSpPr>
          <p:cNvPr id="236" name="s32-note">
            <a:extLst xmlns:a="http://schemas.openxmlformats.org/drawingml/2006/main">
              <a:ext uri="{FF2B5EF4-FFF2-40B4-BE49-F238E27FC236}">
                <a16:creationId xmlns:a16="http://schemas.microsoft.com/office/drawing/2014/main" id="{1EF06F47-3FB4-4233-A928-13DC0C3E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89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검증 성공은 Catalog revision을 갱신하고 다음 사용자 요청부터 실행 목록에 반영</a:t>
            </a:r>
          </a:p>
        </p:txBody>
      </p:sp>
    </p:spTree>
    <p:extLst>
      <p:ext uri="{BB962C8B-B14F-4D97-AF65-F5344CB8AC3E}">
        <p14:creationId xmlns:p14="http://schemas.microsoft.com/office/powerpoint/2010/main" val="5096288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-33">
            <a:extLst xmlns:a="http://schemas.openxmlformats.org/drawingml/2006/main">
              <a:ext uri="{FF2B5EF4-FFF2-40B4-BE49-F238E27FC236}">
                <a16:creationId xmlns:a16="http://schemas.microsoft.com/office/drawing/2014/main" id="{2067C30C-40B3-4001-9376-DF7478C9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88" name="top-rule-33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33">
            <a:extLst xmlns:a="http://schemas.openxmlformats.org/drawingml/2006/main">
              <a:ext uri="{FF2B5EF4-FFF2-40B4-BE49-F238E27FC236}">
                <a16:creationId xmlns:a16="http://schemas.microsoft.com/office/drawing/2014/main" id="{1E8A60DC-18E4-4B29-9EF2-5DC0635D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33">
            <a:extLst xmlns:a="http://schemas.openxmlformats.org/drawingml/2006/main">
              <a:ext uri="{FF2B5EF4-FFF2-40B4-BE49-F238E27FC236}">
                <a16:creationId xmlns:a16="http://schemas.microsoft.com/office/drawing/2014/main" id="{E4854F06-AAB4-410E-AEEB-DBDD84BC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 CREATION UI</a:t>
            </a:r>
          </a:p>
        </p:txBody>
      </p:sp>
      <p:sp>
        <p:nvSpPr>
          <p:cNvPr id="5" name="page-33">
            <a:extLst xmlns:a="http://schemas.openxmlformats.org/drawingml/2006/main">
              <a:ext uri="{FF2B5EF4-FFF2-40B4-BE49-F238E27FC236}">
                <a16:creationId xmlns:a16="http://schemas.microsoft.com/office/drawing/2014/main" id="{0C1D69D0-7700-485E-BBB5-0DB7C4E3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pic>
        <p:nvPicPr>
          <p:cNvPr id="492" name="그림 46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64ff473254061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93" name="그림 4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a5ace1acc4b61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33">
            <a:extLst xmlns:a="http://schemas.openxmlformats.org/drawingml/2006/main">
              <a:ext uri="{FF2B5EF4-FFF2-40B4-BE49-F238E27FC236}">
                <a16:creationId xmlns:a16="http://schemas.microsoft.com/office/drawing/2014/main" id="{4DDB23C8-76B3-4F80-9E25-9298607F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대화 기반 스킬 생성 화면</a:t>
            </a:r>
          </a:p>
        </p:txBody>
      </p:sp>
      <p:sp>
        <p:nvSpPr>
          <p:cNvPr id="23" name="signal-33">
            <a:extLst xmlns:a="http://schemas.openxmlformats.org/drawingml/2006/main">
              <a:ext uri="{FF2B5EF4-FFF2-40B4-BE49-F238E27FC236}">
                <a16:creationId xmlns:a16="http://schemas.microsoft.com/office/drawing/2014/main" id="{FC4894F2-FB5B-4152-85A2-BF3706FE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ignal-label-33">
            <a:extLst xmlns:a="http://schemas.openxmlformats.org/drawingml/2006/main">
              <a:ext uri="{FF2B5EF4-FFF2-40B4-BE49-F238E27FC236}">
                <a16:creationId xmlns:a16="http://schemas.microsoft.com/office/drawing/2014/main" id="{384E80DB-D44B-4BA4-AA2E-CFA0BB2C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 CREATION UI</a:t>
            </a:r>
          </a:p>
        </p:txBody>
      </p:sp>
      <p:sp>
        <p:nvSpPr>
          <p:cNvPr id="442" name="s33-screen">
            <a:extLst xmlns:a="http://schemas.openxmlformats.org/drawingml/2006/main">
              <a:ext uri="{FF2B5EF4-FFF2-40B4-BE49-F238E27FC236}">
                <a16:creationId xmlns:a16="http://schemas.microsoft.com/office/drawing/2014/main" id="{BF5A597B-3C56-47EA-BF90-C3DB2B68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78105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A1020"/>
          </a:solidFill>
          <a:ln xmlns:a="http://schemas.openxmlformats.org/drawingml/2006/main" w="9525">
            <a:solidFill>
              <a:srgbClr val="0A1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443" name="s33-browser-bar">
            <a:extLst xmlns:a="http://schemas.openxmlformats.org/drawingml/2006/main">
              <a:ext uri="{FF2B5EF4-FFF2-40B4-BE49-F238E27FC236}">
                <a16:creationId xmlns:a16="http://schemas.microsoft.com/office/drawing/2014/main" id="{94197EDB-821D-4151-B3A0-6C10F1BE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111B2E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111B2E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444" name="s33-dot-0">
            <a:extLst xmlns:a="http://schemas.openxmlformats.org/drawingml/2006/main">
              <a:ext uri="{FF2B5EF4-FFF2-40B4-BE49-F238E27FC236}">
                <a16:creationId xmlns:a16="http://schemas.microsoft.com/office/drawing/2014/main" id="{3761298F-FE92-4CFB-8FCD-78D49043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839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75839A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75839A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445" name="s33-dot-1">
            <a:extLst xmlns:a="http://schemas.openxmlformats.org/drawingml/2006/main">
              <a:ext uri="{FF2B5EF4-FFF2-40B4-BE49-F238E27FC236}">
                <a16:creationId xmlns:a16="http://schemas.microsoft.com/office/drawing/2014/main" id="{613B9557-2288-45CF-83AB-A12B7759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839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75839A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75839A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446" name="s33-dot-2">
            <a:extLst xmlns:a="http://schemas.openxmlformats.org/drawingml/2006/main">
              <a:ext uri="{FF2B5EF4-FFF2-40B4-BE49-F238E27FC236}">
                <a16:creationId xmlns:a16="http://schemas.microsoft.com/office/drawing/2014/main" id="{9D3232DA-D23D-45CB-BAE0-DB0B095E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62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D7A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42D7A0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42D7A0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447" name="s33-screen-title">
            <a:extLst xmlns:a="http://schemas.openxmlformats.org/drawingml/2006/main">
              <a:ext uri="{FF2B5EF4-FFF2-40B4-BE49-F238E27FC236}">
                <a16:creationId xmlns:a16="http://schemas.microsoft.com/office/drawing/2014/main" id="{CA3B4736-74C0-4F8E-AB63-2AE3030F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 화면 삽입 영역</a:t>
            </a:r>
          </a:p>
        </p:txBody>
      </p:sp>
      <p:sp>
        <p:nvSpPr>
          <p:cNvPr id="448" name="s33-screen-body">
            <a:extLst xmlns:a="http://schemas.openxmlformats.org/drawingml/2006/main">
              <a:ext uri="{FF2B5EF4-FFF2-40B4-BE49-F238E27FC236}">
                <a16:creationId xmlns:a16="http://schemas.microsoft.com/office/drawing/2014/main" id="{16603CA4-298B-4404-A426-3172B0FC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8C5D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B8C5D8"/>
                </a:solidFill>
                <a:latin typeface="Pretendard"/>
                <a:ea typeface="Pretendard"/>
                <a:cs typeface="Pretendard"/>
              </a:rPr>
              <a:t>스킬 목적 · 절차 · 경계 조건을 대화로 정리하는 화면</a:t>
            </a:r>
          </a:p>
        </p:txBody>
      </p:sp>
      <p:sp>
        <p:nvSpPr>
          <p:cNvPr id="449" name="s33-screen-note">
            <a:extLst xmlns:a="http://schemas.openxmlformats.org/drawingml/2006/main">
              <a:ext uri="{FF2B5EF4-FFF2-40B4-BE49-F238E27FC236}">
                <a16:creationId xmlns:a16="http://schemas.microsoft.com/office/drawing/2014/main" id="{0261916B-CC9A-49C7-A347-03312AE1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2D7A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42D7A0"/>
                </a:solidFill>
                <a:latin typeface="Pretendard"/>
                <a:ea typeface="Pretendard"/>
                <a:cs typeface="Pretendard"/>
              </a:rPr>
              <a:t>최종 시연 환경에서 브라우저 캡처로 교체</a:t>
            </a:r>
          </a:p>
        </p:txBody>
      </p:sp>
      <p:sp>
        <p:nvSpPr>
          <p:cNvPr id="450" name="s33-note-line-0">
            <a:extLst xmlns:a="http://schemas.openxmlformats.org/drawingml/2006/main">
              <a:ext uri="{FF2B5EF4-FFF2-40B4-BE49-F238E27FC236}">
                <a16:creationId xmlns:a16="http://schemas.microsoft.com/office/drawing/2014/main" id="{8F436D97-926D-4A3E-BD72-5CB64780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1" name="s33-note-title-0">
            <a:extLst xmlns:a="http://schemas.openxmlformats.org/drawingml/2006/main">
              <a:ext uri="{FF2B5EF4-FFF2-40B4-BE49-F238E27FC236}">
                <a16:creationId xmlns:a16="http://schemas.microsoft.com/office/drawing/2014/main" id="{C7A3DFEF-14AB-4BDA-80BB-D9786FCE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요청 정의</a:t>
            </a:r>
          </a:p>
        </p:txBody>
      </p:sp>
      <p:sp>
        <p:nvSpPr>
          <p:cNvPr id="452" name="s33-note-body-0">
            <a:extLst xmlns:a="http://schemas.openxmlformats.org/drawingml/2006/main">
              <a:ext uri="{FF2B5EF4-FFF2-40B4-BE49-F238E27FC236}">
                <a16:creationId xmlns:a16="http://schemas.microsoft.com/office/drawing/2014/main" id="{95F8AD1D-2717-4178-B316-329904C1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051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반복 업무와 기대 결과</a:t>
            </a:r>
          </a:p>
        </p:txBody>
      </p:sp>
      <p:sp>
        <p:nvSpPr>
          <p:cNvPr id="453" name="s33-note-line-1">
            <a:extLst xmlns:a="http://schemas.openxmlformats.org/drawingml/2006/main">
              <a:ext uri="{FF2B5EF4-FFF2-40B4-BE49-F238E27FC236}">
                <a16:creationId xmlns:a16="http://schemas.microsoft.com/office/drawing/2014/main" id="{7AFAF9DE-B8FE-432E-B933-A0915CC0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4" name="s33-note-title-1">
            <a:extLst xmlns:a="http://schemas.openxmlformats.org/drawingml/2006/main">
              <a:ext uri="{FF2B5EF4-FFF2-40B4-BE49-F238E27FC236}">
                <a16:creationId xmlns:a16="http://schemas.microsoft.com/office/drawing/2014/main" id="{E2B0FEF4-CAB1-4D0B-B7CA-8751F90E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조건 보완</a:t>
            </a:r>
          </a:p>
        </p:txBody>
      </p:sp>
      <p:sp>
        <p:nvSpPr>
          <p:cNvPr id="455" name="s33-note-body-1">
            <a:extLst xmlns:a="http://schemas.openxmlformats.org/drawingml/2006/main">
              <a:ext uri="{FF2B5EF4-FFF2-40B4-BE49-F238E27FC236}">
                <a16:creationId xmlns:a16="http://schemas.microsoft.com/office/drawing/2014/main" id="{B4826D28-1D5C-4B7E-A200-BF7A9F9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71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필요 정보와 실행 경계</a:t>
            </a:r>
          </a:p>
        </p:txBody>
      </p:sp>
      <p:sp>
        <p:nvSpPr>
          <p:cNvPr id="456" name="s33-note-line-2">
            <a:extLst xmlns:a="http://schemas.openxmlformats.org/drawingml/2006/main">
              <a:ext uri="{FF2B5EF4-FFF2-40B4-BE49-F238E27FC236}">
                <a16:creationId xmlns:a16="http://schemas.microsoft.com/office/drawing/2014/main" id="{C095590C-BDB8-4F1B-91AA-D7F6D32F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7" name="s33-note-title-2">
            <a:extLst xmlns:a="http://schemas.openxmlformats.org/drawingml/2006/main">
              <a:ext uri="{FF2B5EF4-FFF2-40B4-BE49-F238E27FC236}">
                <a16:creationId xmlns:a16="http://schemas.microsoft.com/office/drawing/2014/main" id="{71F3F236-3456-4E49-8B0D-E9ECBB7C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등록 전 확인</a:t>
            </a:r>
          </a:p>
        </p:txBody>
      </p:sp>
      <p:sp>
        <p:nvSpPr>
          <p:cNvPr id="458" name="s33-note-body-2">
            <a:extLst xmlns:a="http://schemas.openxmlformats.org/drawingml/2006/main">
              <a:ext uri="{FF2B5EF4-FFF2-40B4-BE49-F238E27FC236}">
                <a16:creationId xmlns:a16="http://schemas.microsoft.com/office/drawing/2014/main" id="{4FBE14FE-76CA-47A7-8ED9-93883CB0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스킬 초안과 적용 범위</a:t>
            </a:r>
          </a:p>
        </p:txBody>
      </p:sp>
    </p:spTree>
    <p:extLst>
      <p:ext uri="{BB962C8B-B14F-4D97-AF65-F5344CB8AC3E}">
        <p14:creationId xmlns:p14="http://schemas.microsoft.com/office/powerpoint/2010/main" val="20356271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-34">
            <a:extLst xmlns:a="http://schemas.openxmlformats.org/drawingml/2006/main">
              <a:ext uri="{FF2B5EF4-FFF2-40B4-BE49-F238E27FC236}">
                <a16:creationId xmlns:a16="http://schemas.microsoft.com/office/drawing/2014/main" id="{5AC78176-2E2B-4108-8001-5C528F44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45" name="top-rule-34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34">
            <a:extLst xmlns:a="http://schemas.openxmlformats.org/drawingml/2006/main">
              <a:ext uri="{FF2B5EF4-FFF2-40B4-BE49-F238E27FC236}">
                <a16:creationId xmlns:a16="http://schemas.microsoft.com/office/drawing/2014/main" id="{2A784C01-5488-4F1D-896F-1DA01657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34">
            <a:extLst xmlns:a="http://schemas.openxmlformats.org/drawingml/2006/main">
              <a:ext uri="{FF2B5EF4-FFF2-40B4-BE49-F238E27FC236}">
                <a16:creationId xmlns:a16="http://schemas.microsoft.com/office/drawing/2014/main" id="{1A4CFC2B-E957-418F-B544-52429E34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 VALIDATION</a:t>
            </a:r>
          </a:p>
        </p:txBody>
      </p:sp>
      <p:sp>
        <p:nvSpPr>
          <p:cNvPr id="5" name="page-34">
            <a:extLst xmlns:a="http://schemas.openxmlformats.org/drawingml/2006/main">
              <a:ext uri="{FF2B5EF4-FFF2-40B4-BE49-F238E27FC236}">
                <a16:creationId xmlns:a16="http://schemas.microsoft.com/office/drawing/2014/main" id="{A4B14E55-A184-42AA-A35C-7AA6F098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  <p:pic>
        <p:nvPicPr>
          <p:cNvPr id="249" name="그림 2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ea24d66a44a2d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50" name="그림 2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fe067bd38449e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34">
            <a:extLst xmlns:a="http://schemas.openxmlformats.org/drawingml/2006/main">
              <a:ext uri="{FF2B5EF4-FFF2-40B4-BE49-F238E27FC236}">
                <a16:creationId xmlns:a16="http://schemas.microsoft.com/office/drawing/2014/main" id="{E01B8545-54C4-46A8-B5C7-CD11491C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스킬 자동 검증 파이프라인</a:t>
            </a:r>
          </a:p>
        </p:txBody>
      </p:sp>
      <p:sp>
        <p:nvSpPr>
          <p:cNvPr id="28" name="signal-34">
            <a:extLst xmlns:a="http://schemas.openxmlformats.org/drawingml/2006/main">
              <a:ext uri="{FF2B5EF4-FFF2-40B4-BE49-F238E27FC236}">
                <a16:creationId xmlns:a16="http://schemas.microsoft.com/office/drawing/2014/main" id="{ECC6D2B2-61B2-468B-B599-95F304E8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ignal-label-34">
            <a:extLst xmlns:a="http://schemas.openxmlformats.org/drawingml/2006/main">
              <a:ext uri="{FF2B5EF4-FFF2-40B4-BE49-F238E27FC236}">
                <a16:creationId xmlns:a16="http://schemas.microsoft.com/office/drawing/2014/main" id="{C0E45B45-8573-48CE-A28A-6F4E34E2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 VALIDATION</a:t>
            </a:r>
          </a:p>
        </p:txBody>
      </p:sp>
      <p:sp>
        <p:nvSpPr>
          <p:cNvPr id="194" name="s34-arrow-0">
            <a:extLst xmlns:a="http://schemas.openxmlformats.org/drawingml/2006/main">
              <a:ext uri="{FF2B5EF4-FFF2-40B4-BE49-F238E27FC236}">
                <a16:creationId xmlns:a16="http://schemas.microsoft.com/office/drawing/2014/main" id="{897E5E2F-ACE5-42DF-9A77-09808A76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3337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8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5" name="s34-arrow-1">
            <a:extLst xmlns:a="http://schemas.openxmlformats.org/drawingml/2006/main">
              <a:ext uri="{FF2B5EF4-FFF2-40B4-BE49-F238E27FC236}">
                <a16:creationId xmlns:a16="http://schemas.microsoft.com/office/drawing/2014/main" id="{B3D94E61-3C12-4187-8140-6142DB5F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337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8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6" name="s34-arrow-2">
            <a:extLst xmlns:a="http://schemas.openxmlformats.org/drawingml/2006/main">
              <a:ext uri="{FF2B5EF4-FFF2-40B4-BE49-F238E27FC236}">
                <a16:creationId xmlns:a16="http://schemas.microsoft.com/office/drawing/2014/main" id="{7829055E-B7B7-4BEF-85EE-FB9BDA12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337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8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7" name="s34-step-0">
            <a:extLst xmlns:a="http://schemas.openxmlformats.org/drawingml/2006/main">
              <a:ext uri="{FF2B5EF4-FFF2-40B4-BE49-F238E27FC236}">
                <a16:creationId xmlns:a16="http://schemas.microsoft.com/office/drawing/2014/main" id="{9EDCA46B-B415-4684-B35C-87216EB9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198" name="s34-no-0-text">
            <a:extLst xmlns:a="http://schemas.openxmlformats.org/drawingml/2006/main">
              <a:ext uri="{FF2B5EF4-FFF2-40B4-BE49-F238E27FC236}">
                <a16:creationId xmlns:a16="http://schemas.microsoft.com/office/drawing/2014/main" id="{195F91C7-628C-4001-B891-43B4790A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99" name="s34-title-0">
            <a:extLst xmlns:a="http://schemas.openxmlformats.org/drawingml/2006/main">
              <a:ext uri="{FF2B5EF4-FFF2-40B4-BE49-F238E27FC236}">
                <a16:creationId xmlns:a16="http://schemas.microsoft.com/office/drawing/2014/main" id="{109AE712-031E-4AE9-A8F6-824C818C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TEST CASES</a:t>
            </a:r>
          </a:p>
        </p:txBody>
      </p:sp>
      <p:sp>
        <p:nvSpPr>
          <p:cNvPr id="200" name="s34-body-0">
            <a:extLst xmlns:a="http://schemas.openxmlformats.org/drawingml/2006/main">
              <a:ext uri="{FF2B5EF4-FFF2-40B4-BE49-F238E27FC236}">
                <a16:creationId xmlns:a16="http://schemas.microsoft.com/office/drawing/2014/main" id="{F5123953-E868-47EE-8FD9-85A3D36B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LLM 생성 후 의미 검토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긍정 6개·부정 6개 확정</a:t>
            </a:r>
          </a:p>
        </p:txBody>
      </p:sp>
      <p:sp>
        <p:nvSpPr>
          <p:cNvPr id="201" name="s34-step-1">
            <a:extLst xmlns:a="http://schemas.openxmlformats.org/drawingml/2006/main">
              <a:ext uri="{FF2B5EF4-FFF2-40B4-BE49-F238E27FC236}">
                <a16:creationId xmlns:a16="http://schemas.microsoft.com/office/drawing/2014/main" id="{26E0CFBD-0D7E-47F5-9202-DE8E119C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02" name="s34-no-1-text">
            <a:extLst xmlns:a="http://schemas.openxmlformats.org/drawingml/2006/main">
              <a:ext uri="{FF2B5EF4-FFF2-40B4-BE49-F238E27FC236}">
                <a16:creationId xmlns:a16="http://schemas.microsoft.com/office/drawing/2014/main" id="{8645092F-7C54-4F83-8981-D755E670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03" name="s34-title-1">
            <a:extLst xmlns:a="http://schemas.openxmlformats.org/drawingml/2006/main">
              <a:ext uri="{FF2B5EF4-FFF2-40B4-BE49-F238E27FC236}">
                <a16:creationId xmlns:a16="http://schemas.microsoft.com/office/drawing/2014/main" id="{CC07E8F1-2A3D-480A-8AE3-E8C89E91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718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ROUTING &amp; BEHAVIOR</a:t>
            </a:r>
          </a:p>
        </p:txBody>
      </p:sp>
      <p:sp>
        <p:nvSpPr>
          <p:cNvPr id="204" name="s34-body-1">
            <a:extLst xmlns:a="http://schemas.openxmlformats.org/drawingml/2006/main">
              <a:ext uri="{FF2B5EF4-FFF2-40B4-BE49-F238E27FC236}">
                <a16:creationId xmlns:a16="http://schemas.microsoft.com/office/drawing/2014/main" id="{FBAE312A-1D45-400D-B8B5-6D4C11D3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861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12질문×3회 = 36회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대표 행동 3건 · Stub 격리</a:t>
            </a:r>
          </a:p>
        </p:txBody>
      </p:sp>
      <p:sp>
        <p:nvSpPr>
          <p:cNvPr id="205" name="s34-step-2">
            <a:extLst xmlns:a="http://schemas.openxmlformats.org/drawingml/2006/main">
              <a:ext uri="{FF2B5EF4-FFF2-40B4-BE49-F238E27FC236}">
                <a16:creationId xmlns:a16="http://schemas.microsoft.com/office/drawing/2014/main" id="{C5F928CB-BFA6-420C-9ACD-E4B4FE62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EAF2FB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EAF2FB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06" name="s34-no-2-text">
            <a:extLst xmlns:a="http://schemas.openxmlformats.org/drawingml/2006/main">
              <a:ext uri="{FF2B5EF4-FFF2-40B4-BE49-F238E27FC236}">
                <a16:creationId xmlns:a16="http://schemas.microsoft.com/office/drawing/2014/main" id="{49E73071-EFAF-4C64-96E0-C2315D48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7" name="s34-title-2">
            <a:extLst xmlns:a="http://schemas.openxmlformats.org/drawingml/2006/main">
              <a:ext uri="{FF2B5EF4-FFF2-40B4-BE49-F238E27FC236}">
                <a16:creationId xmlns:a16="http://schemas.microsoft.com/office/drawing/2014/main" id="{F16DF0AD-FD3F-43EC-955E-0408F67B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SCORE &amp; REVIEW</a:t>
            </a:r>
          </a:p>
        </p:txBody>
      </p:sp>
      <p:sp>
        <p:nvSpPr>
          <p:cNvPr id="208" name="s34-body-2">
            <a:extLst xmlns:a="http://schemas.openxmlformats.org/drawingml/2006/main">
              <a:ext uri="{FF2B5EF4-FFF2-40B4-BE49-F238E27FC236}">
                <a16:creationId xmlns:a16="http://schemas.microsoft.com/office/drawing/2014/main" id="{AC92D901-17E6-446B-944D-357328B2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결정적 검사 + LLM Reviewer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실행 30초 · Job 전체 5분</a:t>
            </a:r>
          </a:p>
        </p:txBody>
      </p:sp>
      <p:sp>
        <p:nvSpPr>
          <p:cNvPr id="209" name="s34-step-3">
            <a:extLst xmlns:a="http://schemas.openxmlformats.org/drawingml/2006/main">
              <a:ext uri="{FF2B5EF4-FFF2-40B4-BE49-F238E27FC236}">
                <a16:creationId xmlns:a16="http://schemas.microsoft.com/office/drawing/2014/main" id="{2ADC3582-0529-4884-860F-8D6A5C20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571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10" name="s34-no-3-text">
            <a:extLst xmlns:a="http://schemas.openxmlformats.org/drawingml/2006/main">
              <a:ext uri="{FF2B5EF4-FFF2-40B4-BE49-F238E27FC236}">
                <a16:creationId xmlns:a16="http://schemas.microsoft.com/office/drawing/2014/main" id="{50CDDB3A-8149-4C1B-8298-894042CE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2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1" name="s34-title-3">
            <a:extLst xmlns:a="http://schemas.openxmlformats.org/drawingml/2006/main">
              <a:ext uri="{FF2B5EF4-FFF2-40B4-BE49-F238E27FC236}">
                <a16:creationId xmlns:a16="http://schemas.microsoft.com/office/drawing/2014/main" id="{EA01D818-D58F-45F5-BC70-A71E9D3A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PUBLISH</a:t>
            </a:r>
          </a:p>
        </p:txBody>
      </p:sp>
      <p:sp>
        <p:nvSpPr>
          <p:cNvPr id="212" name="s34-body-3">
            <a:extLst xmlns:a="http://schemas.openxmlformats.org/drawingml/2006/main">
              <a:ext uri="{FF2B5EF4-FFF2-40B4-BE49-F238E27FC236}">
                <a16:creationId xmlns:a16="http://schemas.microsoft.com/office/drawing/2014/main" id="{314AA4A4-93F6-4DA2-B4EA-EE7B528E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8615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hash·Runtime·Tool 버전 재검사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통과한 개인 스킬만 게시</a:t>
            </a:r>
          </a:p>
        </p:txBody>
      </p:sp>
      <p:sp>
        <p:nvSpPr>
          <p:cNvPr id="213" name="s34-fail-bg">
            <a:extLst xmlns:a="http://schemas.openxmlformats.org/drawingml/2006/main">
              <a:ext uri="{FF2B5EF4-FFF2-40B4-BE49-F238E27FC236}">
                <a16:creationId xmlns:a16="http://schemas.microsoft.com/office/drawing/2014/main" id="{9BDDC5FD-4F24-4393-BD68-874300B0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67250"/>
            <a:ext cx="552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FF4E6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FF4E6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214" name="s34-fail-label">
            <a:extLst xmlns:a="http://schemas.openxmlformats.org/drawingml/2006/main">
              <a:ext uri="{FF2B5EF4-FFF2-40B4-BE49-F238E27FC236}">
                <a16:creationId xmlns:a16="http://schemas.microsoft.com/office/drawing/2014/main" id="{8576177F-FF61-4CDA-B652-774D9E9F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577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8862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D88628"/>
                </a:solidFill>
                <a:latin typeface="Pretendard"/>
                <a:ea typeface="Pretendard"/>
                <a:cs typeface="Pretendard"/>
              </a:rPr>
              <a:t>기준 미달</a:t>
            </a:r>
          </a:p>
        </p:txBody>
      </p:sp>
      <p:sp>
        <p:nvSpPr>
          <p:cNvPr id="215" name="s34-fail-body">
            <a:extLst xmlns:a="http://schemas.openxmlformats.org/drawingml/2006/main">
              <a:ext uri="{FF2B5EF4-FFF2-40B4-BE49-F238E27FC236}">
                <a16:creationId xmlns:a16="http://schemas.microsoft.com/office/drawing/2014/main" id="{4DADC327-A895-47D9-9A16-8B786503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기존 스킬은 유지 · FAILED/CANCELED만 초안을 보완해 전체 재검증</a:t>
            </a:r>
          </a:p>
        </p:txBody>
      </p:sp>
    </p:spTree>
    <p:extLst>
      <p:ext uri="{BB962C8B-B14F-4D97-AF65-F5344CB8AC3E}">
        <p14:creationId xmlns:p14="http://schemas.microsoft.com/office/powerpoint/2010/main" val="200143482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-35">
            <a:extLst xmlns:a="http://schemas.openxmlformats.org/drawingml/2006/main">
              <a:ext uri="{FF2B5EF4-FFF2-40B4-BE49-F238E27FC236}">
                <a16:creationId xmlns:a16="http://schemas.microsoft.com/office/drawing/2014/main" id="{29A424F5-BFA1-4DFC-842E-5FF89162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09" name="top-rule-35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35">
            <a:extLst xmlns:a="http://schemas.openxmlformats.org/drawingml/2006/main">
              <a:ext uri="{FF2B5EF4-FFF2-40B4-BE49-F238E27FC236}">
                <a16:creationId xmlns:a16="http://schemas.microsoft.com/office/drawing/2014/main" id="{ADAB9E60-E7F6-4F05-8CF3-2171B1B7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35">
            <a:extLst xmlns:a="http://schemas.openxmlformats.org/drawingml/2006/main">
              <a:ext uri="{FF2B5EF4-FFF2-40B4-BE49-F238E27FC236}">
                <a16:creationId xmlns:a16="http://schemas.microsoft.com/office/drawing/2014/main" id="{95AF574B-6578-4192-80BA-4842F93E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 MANAGEMENT</a:t>
            </a:r>
          </a:p>
        </p:txBody>
      </p:sp>
      <p:sp>
        <p:nvSpPr>
          <p:cNvPr id="5" name="page-35">
            <a:extLst xmlns:a="http://schemas.openxmlformats.org/drawingml/2006/main">
              <a:ext uri="{FF2B5EF4-FFF2-40B4-BE49-F238E27FC236}">
                <a16:creationId xmlns:a16="http://schemas.microsoft.com/office/drawing/2014/main" id="{AE98DE29-2BC6-43D6-8BC9-6295BCED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  <p:pic>
        <p:nvPicPr>
          <p:cNvPr id="413" name="그림 3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61ff8de8f4292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14" name="그림 38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0c13f4f87427e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35">
            <a:extLst xmlns:a="http://schemas.openxmlformats.org/drawingml/2006/main">
              <a:ext uri="{FF2B5EF4-FFF2-40B4-BE49-F238E27FC236}">
                <a16:creationId xmlns:a16="http://schemas.microsoft.com/office/drawing/2014/main" id="{271E3F6B-C40B-4E24-B946-7A8AF46C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스킬 관리 범위</a:t>
            </a:r>
          </a:p>
        </p:txBody>
      </p:sp>
      <p:sp>
        <p:nvSpPr>
          <p:cNvPr id="21" name="signal-35">
            <a:extLst xmlns:a="http://schemas.openxmlformats.org/drawingml/2006/main">
              <a:ext uri="{FF2B5EF4-FFF2-40B4-BE49-F238E27FC236}">
                <a16:creationId xmlns:a16="http://schemas.microsoft.com/office/drawing/2014/main" id="{A6F59EAD-888F-44F2-B78D-AD6118C6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ignal-label-35">
            <a:extLst xmlns:a="http://schemas.openxmlformats.org/drawingml/2006/main">
              <a:ext uri="{FF2B5EF4-FFF2-40B4-BE49-F238E27FC236}">
                <a16:creationId xmlns:a16="http://schemas.microsoft.com/office/drawing/2014/main" id="{66B15AFC-E00D-4072-8240-2F75C486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 MANAGEMENT</a:t>
            </a:r>
          </a:p>
        </p:txBody>
      </p:sp>
      <p:sp>
        <p:nvSpPr>
          <p:cNvPr id="363" name="s35-0-top">
            <a:extLst xmlns:a="http://schemas.openxmlformats.org/drawingml/2006/main">
              <a:ext uri="{FF2B5EF4-FFF2-40B4-BE49-F238E27FC236}">
                <a16:creationId xmlns:a16="http://schemas.microsoft.com/office/drawing/2014/main" id="{5DBAA085-4AB1-4166-BC73-71C005C7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4" name="s35-0-label-text">
            <a:extLst xmlns:a="http://schemas.openxmlformats.org/drawingml/2006/main">
              <a:ext uri="{FF2B5EF4-FFF2-40B4-BE49-F238E27FC236}">
                <a16:creationId xmlns:a16="http://schemas.microsoft.com/office/drawing/2014/main" id="{14088DB4-CF48-4567-8211-C3D17A37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PERSONAL</a:t>
            </a:r>
          </a:p>
        </p:txBody>
      </p:sp>
      <p:sp>
        <p:nvSpPr>
          <p:cNvPr id="365" name="s35-0-title">
            <a:extLst xmlns:a="http://schemas.openxmlformats.org/drawingml/2006/main">
              <a:ext uri="{FF2B5EF4-FFF2-40B4-BE49-F238E27FC236}">
                <a16:creationId xmlns:a16="http://schemas.microsoft.com/office/drawing/2014/main" id="{2AB92370-6215-44AA-980F-FFB55ECB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개인 스킬</a:t>
            </a:r>
          </a:p>
        </p:txBody>
      </p:sp>
      <p:sp>
        <p:nvSpPr>
          <p:cNvPr id="366" name="s35-0-body">
            <a:extLst xmlns:a="http://schemas.openxmlformats.org/drawingml/2006/main">
              <a:ext uri="{FF2B5EF4-FFF2-40B4-BE49-F238E27FC236}">
                <a16:creationId xmlns:a16="http://schemas.microsoft.com/office/drawing/2014/main" id="{C66B25C2-3972-42AF-B0B8-F36361B7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2476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생성 · 수정 · 삭제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활성화 상태 관리</a:t>
            </a:r>
          </a:p>
        </p:txBody>
      </p:sp>
      <p:sp>
        <p:nvSpPr>
          <p:cNvPr id="367" name="s35-1-top">
            <a:extLst xmlns:a="http://schemas.openxmlformats.org/drawingml/2006/main">
              <a:ext uri="{FF2B5EF4-FFF2-40B4-BE49-F238E27FC236}">
                <a16:creationId xmlns:a16="http://schemas.microsoft.com/office/drawing/2014/main" id="{4482F8CF-C65A-4B5D-83A3-A2D42587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8" name="s35-1-label-text">
            <a:extLst xmlns:a="http://schemas.openxmlformats.org/drawingml/2006/main">
              <a:ext uri="{FF2B5EF4-FFF2-40B4-BE49-F238E27FC236}">
                <a16:creationId xmlns:a16="http://schemas.microsoft.com/office/drawing/2014/main" id="{37FE3E0C-4921-4063-BF1B-20848460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TEAM</a:t>
            </a:r>
          </a:p>
        </p:txBody>
      </p:sp>
      <p:sp>
        <p:nvSpPr>
          <p:cNvPr id="369" name="s35-1-title">
            <a:extLst xmlns:a="http://schemas.openxmlformats.org/drawingml/2006/main">
              <a:ext uri="{FF2B5EF4-FFF2-40B4-BE49-F238E27FC236}">
                <a16:creationId xmlns:a16="http://schemas.microsoft.com/office/drawing/2014/main" id="{1A92CB3D-F2F9-41AD-BCDE-66BEEA50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81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팀 공유</a:t>
            </a:r>
          </a:p>
        </p:txBody>
      </p:sp>
      <p:sp>
        <p:nvSpPr>
          <p:cNvPr id="370" name="s35-1-body">
            <a:extLst xmlns:a="http://schemas.openxmlformats.org/drawingml/2006/main">
              <a:ext uri="{FF2B5EF4-FFF2-40B4-BE49-F238E27FC236}">
                <a16:creationId xmlns:a16="http://schemas.microsoft.com/office/drawing/2014/main" id="{6AC13D17-EEE4-4386-9C84-9375E75D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476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공유 · 해제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가져오기 · 리비전 갱신</a:t>
            </a:r>
          </a:p>
        </p:txBody>
      </p:sp>
      <p:sp>
        <p:nvSpPr>
          <p:cNvPr id="371" name="s35-2-top">
            <a:extLst xmlns:a="http://schemas.openxmlformats.org/drawingml/2006/main">
              <a:ext uri="{FF2B5EF4-FFF2-40B4-BE49-F238E27FC236}">
                <a16:creationId xmlns:a16="http://schemas.microsoft.com/office/drawing/2014/main" id="{8E41F4FE-EE0B-417F-91AA-B68F2325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288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2" name="s35-2-label-text">
            <a:extLst xmlns:a="http://schemas.openxmlformats.org/drawingml/2006/main">
              <a:ext uri="{FF2B5EF4-FFF2-40B4-BE49-F238E27FC236}">
                <a16:creationId xmlns:a16="http://schemas.microsoft.com/office/drawing/2014/main" id="{E63099A1-16A2-46F3-B94E-79581D3A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VALIDATION</a:t>
            </a:r>
          </a:p>
        </p:txBody>
      </p:sp>
      <p:sp>
        <p:nvSpPr>
          <p:cNvPr id="373" name="s35-2-title">
            <a:extLst xmlns:a="http://schemas.openxmlformats.org/drawingml/2006/main">
              <a:ext uri="{FF2B5EF4-FFF2-40B4-BE49-F238E27FC236}">
                <a16:creationId xmlns:a16="http://schemas.microsoft.com/office/drawing/2014/main" id="{8B938C3D-0472-4AD5-9BFA-56209345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검증 Job</a:t>
            </a:r>
          </a:p>
        </p:txBody>
      </p:sp>
      <p:sp>
        <p:nvSpPr>
          <p:cNvPr id="374" name="s35-2-body">
            <a:extLst xmlns:a="http://schemas.openxmlformats.org/drawingml/2006/main">
              <a:ext uri="{FF2B5EF4-FFF2-40B4-BE49-F238E27FC236}">
                <a16:creationId xmlns:a16="http://schemas.microsoft.com/office/drawing/2014/main" id="{E1ED030E-160B-43A8-B24A-CC50E57B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476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조회 · 취소 · 재시도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진행 상태와 결과</a:t>
            </a:r>
          </a:p>
        </p:txBody>
      </p:sp>
      <p:sp>
        <p:nvSpPr>
          <p:cNvPr id="375" name="s35-3-top">
            <a:extLst xmlns:a="http://schemas.openxmlformats.org/drawingml/2006/main">
              <a:ext uri="{FF2B5EF4-FFF2-40B4-BE49-F238E27FC236}">
                <a16:creationId xmlns:a16="http://schemas.microsoft.com/office/drawing/2014/main" id="{74B414F7-964F-4CD2-A07E-960CDBAD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6" name="s35-3-label-text">
            <a:extLst xmlns:a="http://schemas.openxmlformats.org/drawingml/2006/main">
              <a:ext uri="{FF2B5EF4-FFF2-40B4-BE49-F238E27FC236}">
                <a16:creationId xmlns:a16="http://schemas.microsoft.com/office/drawing/2014/main" id="{B7303437-92D3-4871-A9E0-DB29B8E5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OPERATIONS</a:t>
            </a:r>
          </a:p>
        </p:txBody>
      </p:sp>
      <p:sp>
        <p:nvSpPr>
          <p:cNvPr id="377" name="s35-3-title">
            <a:extLst xmlns:a="http://schemas.openxmlformats.org/drawingml/2006/main">
              <a:ext uri="{FF2B5EF4-FFF2-40B4-BE49-F238E27FC236}">
                <a16:creationId xmlns:a16="http://schemas.microsoft.com/office/drawing/2014/main" id="{2CAAA31E-F29D-4154-B52D-BEBA8B3F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운영 피드백</a:t>
            </a:r>
          </a:p>
        </p:txBody>
      </p:sp>
      <p:sp>
        <p:nvSpPr>
          <p:cNvPr id="378" name="s35-3-body">
            <a:extLst xmlns:a="http://schemas.openxmlformats.org/drawingml/2006/main">
              <a:ext uri="{FF2B5EF4-FFF2-40B4-BE49-F238E27FC236}">
                <a16:creationId xmlns:a16="http://schemas.microsoft.com/office/drawing/2014/main" id="{A72DD187-0844-4AF5-935A-1588EA38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476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검토 · 승인 회귀 사례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평가 자산 관리</a:t>
            </a:r>
          </a:p>
        </p:txBody>
      </p:sp>
      <p:sp>
        <p:nvSpPr>
          <p:cNvPr id="379" name="s35-note">
            <a:extLst xmlns:a="http://schemas.openxmlformats.org/drawingml/2006/main">
              <a:ext uri="{FF2B5EF4-FFF2-40B4-BE49-F238E27FC236}">
                <a16:creationId xmlns:a16="http://schemas.microsoft.com/office/drawing/2014/main" id="{39745E55-67A9-4E28-98D1-E879C369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관리 범위는 순차 단계가 아니라 스킬 운영을 구성하는 네 기능 영역</a:t>
            </a:r>
          </a:p>
        </p:txBody>
      </p:sp>
    </p:spTree>
    <p:extLst>
      <p:ext uri="{BB962C8B-B14F-4D97-AF65-F5344CB8AC3E}">
        <p14:creationId xmlns:p14="http://schemas.microsoft.com/office/powerpoint/2010/main" val="89974159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-36">
            <a:extLst xmlns:a="http://schemas.openxmlformats.org/drawingml/2006/main">
              <a:ext uri="{FF2B5EF4-FFF2-40B4-BE49-F238E27FC236}">
                <a16:creationId xmlns:a16="http://schemas.microsoft.com/office/drawing/2014/main" id="{0D938947-3D27-44E6-9C3B-7A677CC9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08" name="top-rule-36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36">
            <a:extLst xmlns:a="http://schemas.openxmlformats.org/drawingml/2006/main">
              <a:ext uri="{FF2B5EF4-FFF2-40B4-BE49-F238E27FC236}">
                <a16:creationId xmlns:a16="http://schemas.microsoft.com/office/drawing/2014/main" id="{784C060B-CE51-4C27-A54B-C6F97C54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36">
            <a:extLst xmlns:a="http://schemas.openxmlformats.org/drawingml/2006/main">
              <a:ext uri="{FF2B5EF4-FFF2-40B4-BE49-F238E27FC236}">
                <a16:creationId xmlns:a16="http://schemas.microsoft.com/office/drawing/2014/main" id="{DCCD7123-E49A-4010-B074-F9B18C1D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 STATUS</a:t>
            </a:r>
          </a:p>
        </p:txBody>
      </p:sp>
      <p:sp>
        <p:nvSpPr>
          <p:cNvPr id="5" name="page-36">
            <a:extLst xmlns:a="http://schemas.openxmlformats.org/drawingml/2006/main">
              <a:ext uri="{FF2B5EF4-FFF2-40B4-BE49-F238E27FC236}">
                <a16:creationId xmlns:a16="http://schemas.microsoft.com/office/drawing/2014/main" id="{BBD08E6E-2748-4071-8523-0020152E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  <p:pic>
        <p:nvPicPr>
          <p:cNvPr id="412" name="그림 3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219e23843470f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13" name="그림 3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2e248cb834f0a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36">
            <a:extLst xmlns:a="http://schemas.openxmlformats.org/drawingml/2006/main">
              <a:ext uri="{FF2B5EF4-FFF2-40B4-BE49-F238E27FC236}">
                <a16:creationId xmlns:a16="http://schemas.microsoft.com/office/drawing/2014/main" id="{DD1F3E47-7125-47C8-9DF6-A7A9E0DC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구현 범위와 현재 한계</a:t>
            </a:r>
          </a:p>
        </p:txBody>
      </p:sp>
      <p:sp>
        <p:nvSpPr>
          <p:cNvPr id="21" name="signal-36">
            <a:extLst xmlns:a="http://schemas.openxmlformats.org/drawingml/2006/main">
              <a:ext uri="{FF2B5EF4-FFF2-40B4-BE49-F238E27FC236}">
                <a16:creationId xmlns:a16="http://schemas.microsoft.com/office/drawing/2014/main" id="{C498E5FA-0C47-4696-AF06-24802BFB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ignal-label-36">
            <a:extLst xmlns:a="http://schemas.openxmlformats.org/drawingml/2006/main">
              <a:ext uri="{FF2B5EF4-FFF2-40B4-BE49-F238E27FC236}">
                <a16:creationId xmlns:a16="http://schemas.microsoft.com/office/drawing/2014/main" id="{3DAF2E6D-F8B8-4026-B52D-8EF37F85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SKILL STATUS</a:t>
            </a:r>
          </a:p>
        </p:txBody>
      </p:sp>
      <p:sp>
        <p:nvSpPr>
          <p:cNvPr id="363" name="s36-current">
            <a:extLst xmlns:a="http://schemas.openxmlformats.org/drawingml/2006/main">
              <a:ext uri="{FF2B5EF4-FFF2-40B4-BE49-F238E27FC236}">
                <a16:creationId xmlns:a16="http://schemas.microsoft.com/office/drawing/2014/main" id="{4D0FDAD4-B5FC-45E5-8ED5-352BDFB8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104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952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EAF2FB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EAF2FB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64" name="s36-current-label-text">
            <a:extLst xmlns:a="http://schemas.openxmlformats.org/drawingml/2006/main">
              <a:ext uri="{FF2B5EF4-FFF2-40B4-BE49-F238E27FC236}">
                <a16:creationId xmlns:a16="http://schemas.microsoft.com/office/drawing/2014/main" id="{CB628D6A-142A-4D53-8B1F-41448048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CURRENTLY IMPLEMENTED</a:t>
            </a:r>
          </a:p>
        </p:txBody>
      </p:sp>
      <p:sp>
        <p:nvSpPr>
          <p:cNvPr id="365" name="s36-current-title">
            <a:extLst xmlns:a="http://schemas.openxmlformats.org/drawingml/2006/main">
              <a:ext uri="{FF2B5EF4-FFF2-40B4-BE49-F238E27FC236}">
                <a16:creationId xmlns:a16="http://schemas.microsoft.com/office/drawing/2014/main" id="{D3F26EC2-B475-4E72-AD20-0DA5F5A8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검증 Job·Worker·결과 저장 구조</a:t>
            </a:r>
          </a:p>
        </p:txBody>
      </p:sp>
      <p:sp>
        <p:nvSpPr>
          <p:cNvPr id="366" name="s36-current-body">
            <a:extLst xmlns:a="http://schemas.openxmlformats.org/drawingml/2006/main">
              <a:ext uri="{FF2B5EF4-FFF2-40B4-BE49-F238E27FC236}">
                <a16:creationId xmlns:a16="http://schemas.microsoft.com/office/drawing/2014/main" id="{86032A40-1078-4235-98C4-AC4B61A6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PostgreSQL Job · lease · heartbeat</a:t>
            </a:r>
          </a:p>
          <a:p xmlns:a="http://schemas.openxmlformats.org/drawingml/2006/main">
            <a:pPr algn="r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QUEUED → TESTING → PUBLISHING</a:t>
            </a:r>
          </a:p>
        </p:txBody>
      </p:sp>
      <p:sp>
        <p:nvSpPr>
          <p:cNvPr id="367" name="s36-limit-0-top">
            <a:extLst xmlns:a="http://schemas.openxmlformats.org/drawingml/2006/main">
              <a:ext uri="{FF2B5EF4-FFF2-40B4-BE49-F238E27FC236}">
                <a16:creationId xmlns:a16="http://schemas.microsoft.com/office/drawing/2014/main" id="{437D5BFA-934A-4107-B505-EADE3AC5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8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8" name="s36-limit-0-label-text">
            <a:extLst xmlns:a="http://schemas.openxmlformats.org/drawingml/2006/main">
              <a:ext uri="{FF2B5EF4-FFF2-40B4-BE49-F238E27FC236}">
                <a16:creationId xmlns:a16="http://schemas.microsoft.com/office/drawing/2014/main" id="{7A1114A2-FA1B-4BA7-970E-68EC4153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88628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D88628"/>
                </a:solidFill>
                <a:latin typeface="Pretendard"/>
                <a:ea typeface="Pretendard"/>
                <a:cs typeface="Pretendard"/>
              </a:rPr>
              <a:t>MEASUREMENT GAP</a:t>
            </a:r>
          </a:p>
        </p:txBody>
      </p:sp>
      <p:sp>
        <p:nvSpPr>
          <p:cNvPr id="369" name="s36-limit-0-title">
            <a:extLst xmlns:a="http://schemas.openxmlformats.org/drawingml/2006/main">
              <a:ext uri="{FF2B5EF4-FFF2-40B4-BE49-F238E27FC236}">
                <a16:creationId xmlns:a16="http://schemas.microsoft.com/office/drawing/2014/main" id="{947713C7-B7D4-4B76-B795-B3E5FEED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실모델 E2E 재확인 필요</a:t>
            </a:r>
          </a:p>
        </p:txBody>
      </p:sp>
      <p:sp>
        <p:nvSpPr>
          <p:cNvPr id="370" name="s36-limit-0-body">
            <a:extLst xmlns:a="http://schemas.openxmlformats.org/drawingml/2006/main">
              <a:ext uri="{FF2B5EF4-FFF2-40B4-BE49-F238E27FC236}">
                <a16:creationId xmlns:a16="http://schemas.microsoft.com/office/drawing/2014/main" id="{05693D63-4E63-45B3-BDD4-36846197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현재 구조·회귀 기준 확인 · Provider·Worker 전체 Job은 current HEAD 재검증 필요</a:t>
            </a:r>
          </a:p>
        </p:txBody>
      </p:sp>
      <p:sp>
        <p:nvSpPr>
          <p:cNvPr id="371" name="s36-limit-1-top">
            <a:extLst xmlns:a="http://schemas.openxmlformats.org/drawingml/2006/main">
              <a:ext uri="{FF2B5EF4-FFF2-40B4-BE49-F238E27FC236}">
                <a16:creationId xmlns:a16="http://schemas.microsoft.com/office/drawing/2014/main" id="{164D5A29-9CA5-4757-A6B7-CE844FE6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766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2" name="s36-limit-1-label-text">
            <a:extLst xmlns:a="http://schemas.openxmlformats.org/drawingml/2006/main">
              <a:ext uri="{FF2B5EF4-FFF2-40B4-BE49-F238E27FC236}">
                <a16:creationId xmlns:a16="http://schemas.microsoft.com/office/drawing/2014/main" id="{8EF01163-7717-4E26-895E-31E11828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EVALUATION ISOLATION</a:t>
            </a:r>
          </a:p>
        </p:txBody>
      </p:sp>
      <p:sp>
        <p:nvSpPr>
          <p:cNvPr id="373" name="s36-limit-1-title">
            <a:extLst xmlns:a="http://schemas.openxmlformats.org/drawingml/2006/main">
              <a:ext uri="{FF2B5EF4-FFF2-40B4-BE49-F238E27FC236}">
                <a16:creationId xmlns:a16="http://schemas.microsoft.com/office/drawing/2014/main" id="{F24DE874-7E60-4BC3-9A2B-069892C1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291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실제 쓰기 대신 Stub</a:t>
            </a:r>
          </a:p>
        </p:txBody>
      </p:sp>
      <p:sp>
        <p:nvSpPr>
          <p:cNvPr id="374" name="s36-limit-1-body">
            <a:extLst xmlns:a="http://schemas.openxmlformats.org/drawingml/2006/main">
              <a:ext uri="{FF2B5EF4-FFF2-40B4-BE49-F238E27FC236}">
                <a16:creationId xmlns:a16="http://schemas.microsoft.com/office/drawing/2014/main" id="{0601B89C-F054-4A90-AB7F-4F24C29F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768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외부 쓰기·개인 문서 대신 Stub 도구와 합성 문맥으로 인자·순서·HITL 검증</a:t>
            </a:r>
          </a:p>
        </p:txBody>
      </p:sp>
      <p:sp>
        <p:nvSpPr>
          <p:cNvPr id="375" name="s36-limit-2-top">
            <a:extLst xmlns:a="http://schemas.openxmlformats.org/drawingml/2006/main">
              <a:ext uri="{FF2B5EF4-FFF2-40B4-BE49-F238E27FC236}">
                <a16:creationId xmlns:a16="http://schemas.microsoft.com/office/drawing/2014/main" id="{C979D286-606E-4085-B5E2-4D61787C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766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6" name="s36-limit-2-label-text">
            <a:extLst xmlns:a="http://schemas.openxmlformats.org/drawingml/2006/main">
              <a:ext uri="{FF2B5EF4-FFF2-40B4-BE49-F238E27FC236}">
                <a16:creationId xmlns:a16="http://schemas.microsoft.com/office/drawing/2014/main" id="{F51397E7-E86E-4338-82A9-4CBDF1EA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SHARING POLICY</a:t>
            </a:r>
          </a:p>
        </p:txBody>
      </p:sp>
      <p:sp>
        <p:nvSpPr>
          <p:cNvPr id="377" name="s36-limit-2-title">
            <a:extLst xmlns:a="http://schemas.openxmlformats.org/drawingml/2006/main">
              <a:ext uri="{FF2B5EF4-FFF2-40B4-BE49-F238E27FC236}">
                <a16:creationId xmlns:a16="http://schemas.microsoft.com/office/drawing/2014/main" id="{E5C3035B-DBFD-48B8-AE38-0F728413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291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역할별 공유 관리</a:t>
            </a:r>
          </a:p>
        </p:txBody>
      </p:sp>
      <p:sp>
        <p:nvSpPr>
          <p:cNvPr id="378" name="s36-limit-2-body">
            <a:extLst xmlns:a="http://schemas.openxmlformats.org/drawingml/2006/main">
              <a:ext uri="{FF2B5EF4-FFF2-40B4-BE49-F238E27FC236}">
                <a16:creationId xmlns:a16="http://schemas.microsoft.com/office/drawing/2014/main" id="{6DBA3C07-5665-4FB5-8821-F955B52A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768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공유자는 공유 중지 · 팀장은 카탈로그 삭제 · 이미 가져온 사본은 개인 관리</a:t>
            </a:r>
          </a:p>
        </p:txBody>
      </p:sp>
    </p:spTree>
    <p:extLst>
      <p:ext uri="{BB962C8B-B14F-4D97-AF65-F5344CB8AC3E}">
        <p14:creationId xmlns:p14="http://schemas.microsoft.com/office/powerpoint/2010/main" val="1683644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E8EE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37">
            <a:extLst xmlns:a="http://schemas.openxmlformats.org/drawingml/2006/main">
              <a:ext uri="{FF2B5EF4-FFF2-40B4-BE49-F238E27FC236}">
                <a16:creationId xmlns:a16="http://schemas.microsoft.com/office/drawing/2014/main" id="{ADFA5707-B0EA-412A-BA19-F3D94C04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accent-37">
            <a:extLst xmlns:a="http://schemas.openxmlformats.org/drawingml/2006/main">
              <a:ext uri="{FF2B5EF4-FFF2-40B4-BE49-F238E27FC236}">
                <a16:creationId xmlns:a16="http://schemas.microsoft.com/office/drawing/2014/main" id="{21E40833-4F6A-4A53-B099-923568D3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div-no-37">
            <a:extLst xmlns:a="http://schemas.openxmlformats.org/drawingml/2006/main">
              <a:ext uri="{FF2B5EF4-FFF2-40B4-BE49-F238E27FC236}">
                <a16:creationId xmlns:a16="http://schemas.microsoft.com/office/drawing/2014/main" id="{27F0D743-8591-4B97-84E0-92F910A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04D</a:t>
            </a:r>
          </a:p>
        </p:txBody>
      </p:sp>
      <p:sp>
        <p:nvSpPr>
          <p:cNvPr id="4" name="div-title-37">
            <a:extLst xmlns:a="http://schemas.openxmlformats.org/drawingml/2006/main">
              <a:ext uri="{FF2B5EF4-FFF2-40B4-BE49-F238E27FC236}">
                <a16:creationId xmlns:a16="http://schemas.microsoft.com/office/drawing/2014/main" id="{28D62E8C-ECF1-4241-84FC-DB7E2C94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Document·Project 구현 결과</a:t>
            </a:r>
          </a:p>
        </p:txBody>
      </p:sp>
      <p:sp>
        <p:nvSpPr>
          <p:cNvPr id="5" name="div-sub-37">
            <a:extLst xmlns:a="http://schemas.openxmlformats.org/drawingml/2006/main">
              <a:ext uri="{FF2B5EF4-FFF2-40B4-BE49-F238E27FC236}">
                <a16:creationId xmlns:a16="http://schemas.microsoft.com/office/drawing/2014/main" id="{3D43EE03-3D61-450C-8D7F-420CBD38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문서 색인과 Evidence를 업무 추출·승인·등록 단계로 연결</a:t>
            </a:r>
          </a:p>
        </p:txBody>
      </p:sp>
      <p:cxnSp>
        <p:nvCxnSpPr>
          <p:cNvPr id="208" name="div-line-37"/>
          <p:cNvCxnSpPr/>
          <p:nvPr/>
        </p:nvCxnSpPr>
        <p:spPr>
          <a:xfrm xmlns:a="http://schemas.openxmlformats.org/drawingml/2006/main">
            <a:off x="628650" y="53911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C8DB"/>
            </a:solidFill>
            <a:prstDash val="solid"/>
          </a:ln>
        </p:spPr>
      </p:cxnSp>
      <p:sp>
        <p:nvSpPr>
          <p:cNvPr id="7" name="div-key-37">
            <a:extLst xmlns:a="http://schemas.openxmlformats.org/drawingml/2006/main">
              <a:ext uri="{FF2B5EF4-FFF2-40B4-BE49-F238E27FC236}">
                <a16:creationId xmlns:a16="http://schemas.microsoft.com/office/drawing/2014/main" id="{993E6579-4EB2-42FB-B748-7512313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SYNC · INDEX · RETRIEVE · EXTRACT · APPROVE</a:t>
            </a:r>
          </a:p>
        </p:txBody>
      </p:sp>
      <p:sp>
        <p:nvSpPr>
          <p:cNvPr id="8" name="div-page-37">
            <a:extLst xmlns:a="http://schemas.openxmlformats.org/drawingml/2006/main">
              <a:ext uri="{FF2B5EF4-FFF2-40B4-BE49-F238E27FC236}">
                <a16:creationId xmlns:a16="http://schemas.microsoft.com/office/drawing/2014/main" id="{52131FBC-B2CC-45F0-A735-F41B8FD9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67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  <p:pic>
        <p:nvPicPr>
          <p:cNvPr id="211" name="그림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51a4d77c44226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12" name="그림 1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e3420fab749c0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0040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accent-38">
            <a:extLst xmlns:a="http://schemas.openxmlformats.org/drawingml/2006/main">
              <a:ext uri="{FF2B5EF4-FFF2-40B4-BE49-F238E27FC236}">
                <a16:creationId xmlns:a16="http://schemas.microsoft.com/office/drawing/2014/main" id="{8C9DB371-A5BF-48C9-950F-E4DF1B70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98" name="top-rule-38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38">
            <a:extLst xmlns:a="http://schemas.openxmlformats.org/drawingml/2006/main">
              <a:ext uri="{FF2B5EF4-FFF2-40B4-BE49-F238E27FC236}">
                <a16:creationId xmlns:a16="http://schemas.microsoft.com/office/drawing/2014/main" id="{8E810937-73C7-49B3-B1C2-AE8297D6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38">
            <a:extLst xmlns:a="http://schemas.openxmlformats.org/drawingml/2006/main">
              <a:ext uri="{FF2B5EF4-FFF2-40B4-BE49-F238E27FC236}">
                <a16:creationId xmlns:a16="http://schemas.microsoft.com/office/drawing/2014/main" id="{07C43861-584A-42E5-8CD1-F3BD2DC4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DOCUMENT</a:t>
            </a:r>
          </a:p>
        </p:txBody>
      </p:sp>
      <p:sp>
        <p:nvSpPr>
          <p:cNvPr id="5" name="page-38">
            <a:extLst xmlns:a="http://schemas.openxmlformats.org/drawingml/2006/main">
              <a:ext uri="{FF2B5EF4-FFF2-40B4-BE49-F238E27FC236}">
                <a16:creationId xmlns:a16="http://schemas.microsoft.com/office/drawing/2014/main" id="{CA800DD1-0A8C-4FCF-AD83-F2C3CE1F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  <p:pic>
        <p:nvPicPr>
          <p:cNvPr id="302" name="그림 2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3836bc12b4548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303" name="그림 2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858342f4a464d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38">
            <a:extLst xmlns:a="http://schemas.openxmlformats.org/drawingml/2006/main">
              <a:ext uri="{FF2B5EF4-FFF2-40B4-BE49-F238E27FC236}">
                <a16:creationId xmlns:a16="http://schemas.microsoft.com/office/drawing/2014/main" id="{EAC95986-B79D-4EEE-A099-D921FDF2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문서 처리 파이프라인</a:t>
            </a:r>
          </a:p>
        </p:txBody>
      </p:sp>
      <p:cxnSp>
        <p:nvCxnSpPr>
          <p:cNvPr id="305" name="timeline-38"/>
          <p:cNvCxnSpPr/>
          <p:nvPr/>
        </p:nvCxnSpPr>
        <p:spPr>
          <a:xfrm xmlns:a="http://schemas.openxmlformats.org/drawingml/2006/main">
            <a:off x="723900" y="3638550"/>
            <a:ext cx="10687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1020"/>
            </a:solidFill>
            <a:prstDash val="solid"/>
          </a:ln>
        </p:spPr>
      </p:cxnSp>
      <p:sp>
        <p:nvSpPr>
          <p:cNvPr id="10" name="dot-38-0">
            <a:extLst xmlns:a="http://schemas.openxmlformats.org/drawingml/2006/main">
              <a:ext uri="{FF2B5EF4-FFF2-40B4-BE49-F238E27FC236}">
                <a16:creationId xmlns:a16="http://schemas.microsoft.com/office/drawing/2014/main" id="{51B25110-504F-4FA4-AB3C-69178D33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71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D1"/>
          </a:solidFill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ime-38-0">
            <a:extLst xmlns:a="http://schemas.openxmlformats.org/drawingml/2006/main">
              <a:ext uri="{FF2B5EF4-FFF2-40B4-BE49-F238E27FC236}">
                <a16:creationId xmlns:a16="http://schemas.microsoft.com/office/drawing/2014/main" id="{B3415B2B-0EAE-4F94-BE5B-8D4020D4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8003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time-label-38-0">
            <a:extLst xmlns:a="http://schemas.openxmlformats.org/drawingml/2006/main">
              <a:ext uri="{FF2B5EF4-FFF2-40B4-BE49-F238E27FC236}">
                <a16:creationId xmlns:a16="http://schemas.microsoft.com/office/drawing/2014/main" id="{756A0BCF-21DB-4CBC-B5E4-0378A6A9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310515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Sync·S3</a:t>
            </a:r>
          </a:p>
        </p:txBody>
      </p:sp>
      <p:sp>
        <p:nvSpPr>
          <p:cNvPr id="13" name="dot-38-1">
            <a:extLst xmlns:a="http://schemas.openxmlformats.org/drawingml/2006/main">
              <a:ext uri="{FF2B5EF4-FFF2-40B4-BE49-F238E27FC236}">
                <a16:creationId xmlns:a16="http://schemas.microsoft.com/office/drawing/2014/main" id="{5CCEF8AD-1D13-4652-AB81-DEB92594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275" y="3571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D1"/>
          </a:solidFill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ime-38-1">
            <a:extLst xmlns:a="http://schemas.openxmlformats.org/drawingml/2006/main">
              <a:ext uri="{FF2B5EF4-FFF2-40B4-BE49-F238E27FC236}">
                <a16:creationId xmlns:a16="http://schemas.microsoft.com/office/drawing/2014/main" id="{B5B08D57-EFB8-4B19-BE91-22B588B6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0400" y="39052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ime-label-38-1">
            <a:extLst xmlns:a="http://schemas.openxmlformats.org/drawingml/2006/main">
              <a:ext uri="{FF2B5EF4-FFF2-40B4-BE49-F238E27FC236}">
                <a16:creationId xmlns:a16="http://schemas.microsoft.com/office/drawing/2014/main" id="{CFC9B9F8-E3DF-4119-A9FC-F3515FBE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150" y="4229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Docling·Table</a:t>
            </a:r>
          </a:p>
        </p:txBody>
      </p:sp>
      <p:sp>
        <p:nvSpPr>
          <p:cNvPr id="16" name="dot-38-2">
            <a:extLst xmlns:a="http://schemas.openxmlformats.org/drawingml/2006/main">
              <a:ext uri="{FF2B5EF4-FFF2-40B4-BE49-F238E27FC236}">
                <a16:creationId xmlns:a16="http://schemas.microsoft.com/office/drawing/2014/main" id="{6CA66EA7-9F6F-40A3-A49C-3700C030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275" y="3571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D1"/>
          </a:solidFill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ime-38-2">
            <a:extLst xmlns:a="http://schemas.openxmlformats.org/drawingml/2006/main">
              <a:ext uri="{FF2B5EF4-FFF2-40B4-BE49-F238E27FC236}">
                <a16:creationId xmlns:a16="http://schemas.microsoft.com/office/drawing/2014/main" id="{A0A5E8C8-308D-45B2-BAD5-4E3E7BB6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8003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ime-label-38-2">
            <a:extLst xmlns:a="http://schemas.openxmlformats.org/drawingml/2006/main">
              <a:ext uri="{FF2B5EF4-FFF2-40B4-BE49-F238E27FC236}">
                <a16:creationId xmlns:a16="http://schemas.microsoft.com/office/drawing/2014/main" id="{38B74DAB-FBBE-48AD-942C-D3B903CC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3150" y="310515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Order·Heading·Gate</a:t>
            </a:r>
          </a:p>
        </p:txBody>
      </p:sp>
      <p:sp>
        <p:nvSpPr>
          <p:cNvPr id="19" name="dot-38-3">
            <a:extLst xmlns:a="http://schemas.openxmlformats.org/drawingml/2006/main">
              <a:ext uri="{FF2B5EF4-FFF2-40B4-BE49-F238E27FC236}">
                <a16:creationId xmlns:a16="http://schemas.microsoft.com/office/drawing/2014/main" id="{DC4FCE67-E7DE-4CA0-BD78-5B448595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571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D1"/>
          </a:solidFill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ime-38-3">
            <a:extLst xmlns:a="http://schemas.openxmlformats.org/drawingml/2006/main">
              <a:ext uri="{FF2B5EF4-FFF2-40B4-BE49-F238E27FC236}">
                <a16:creationId xmlns:a16="http://schemas.microsoft.com/office/drawing/2014/main" id="{B5528DE7-AF2F-4114-86C6-96E45F2D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052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time-label-38-3">
            <a:extLst xmlns:a="http://schemas.openxmlformats.org/drawingml/2006/main">
              <a:ext uri="{FF2B5EF4-FFF2-40B4-BE49-F238E27FC236}">
                <a16:creationId xmlns:a16="http://schemas.microsoft.com/office/drawing/2014/main" id="{C5686A2F-9FFC-4D66-8D55-63D223A6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29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VLM·Chunk 512</a:t>
            </a:r>
          </a:p>
        </p:txBody>
      </p:sp>
      <p:sp>
        <p:nvSpPr>
          <p:cNvPr id="22" name="dot-38-4">
            <a:extLst xmlns:a="http://schemas.openxmlformats.org/drawingml/2006/main">
              <a:ext uri="{FF2B5EF4-FFF2-40B4-BE49-F238E27FC236}">
                <a16:creationId xmlns:a16="http://schemas.microsoft.com/office/drawing/2014/main" id="{227E018C-D454-47F8-AF71-69BD8F0E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275" y="3571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D1"/>
          </a:solidFill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ime-38-4">
            <a:extLst xmlns:a="http://schemas.openxmlformats.org/drawingml/2006/main">
              <a:ext uri="{FF2B5EF4-FFF2-40B4-BE49-F238E27FC236}">
                <a16:creationId xmlns:a16="http://schemas.microsoft.com/office/drawing/2014/main" id="{9900E612-D4D3-4F3C-8C19-19413AD4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0" y="28003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4" name="time-label-38-4">
            <a:extLst xmlns:a="http://schemas.openxmlformats.org/drawingml/2006/main">
              <a:ext uri="{FF2B5EF4-FFF2-40B4-BE49-F238E27FC236}">
                <a16:creationId xmlns:a16="http://schemas.microsoft.com/office/drawing/2014/main" id="{3FE15BBB-1EBE-4B1A-A7DB-DF7427D3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9150" y="310515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Embedding 768</a:t>
            </a:r>
          </a:p>
        </p:txBody>
      </p:sp>
      <p:sp>
        <p:nvSpPr>
          <p:cNvPr id="25" name="dot-38-5">
            <a:extLst xmlns:a="http://schemas.openxmlformats.org/drawingml/2006/main">
              <a:ext uri="{FF2B5EF4-FFF2-40B4-BE49-F238E27FC236}">
                <a16:creationId xmlns:a16="http://schemas.microsoft.com/office/drawing/2014/main" id="{BCCE75A7-7FD7-4554-B9B6-AD89C316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6275" y="3571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D1"/>
          </a:solidFill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ime-38-5">
            <a:extLst xmlns:a="http://schemas.openxmlformats.org/drawingml/2006/main">
              <a:ext uri="{FF2B5EF4-FFF2-40B4-BE49-F238E27FC236}">
                <a16:creationId xmlns:a16="http://schemas.microsoft.com/office/drawing/2014/main" id="{33FBCEE4-5C50-477F-9B1C-0C1EBC6D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39052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7" name="time-label-38-5">
            <a:extLst xmlns:a="http://schemas.openxmlformats.org/drawingml/2006/main">
              <a:ext uri="{FF2B5EF4-FFF2-40B4-BE49-F238E27FC236}">
                <a16:creationId xmlns:a16="http://schemas.microsoft.com/office/drawing/2014/main" id="{5E38FDCF-03BE-4BD9-B410-79AE6439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7150" y="422910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Hybrid 0.5/0.5</a:t>
            </a:r>
          </a:p>
        </p:txBody>
      </p:sp>
      <p:sp>
        <p:nvSpPr>
          <p:cNvPr id="28" name="dot-38-6">
            <a:extLst xmlns:a="http://schemas.openxmlformats.org/drawingml/2006/main">
              <a:ext uri="{FF2B5EF4-FFF2-40B4-BE49-F238E27FC236}">
                <a16:creationId xmlns:a16="http://schemas.microsoft.com/office/drawing/2014/main" id="{2B114A67-1B95-45D8-9B82-E348967E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5718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D1"/>
          </a:solidFill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ime-38-6">
            <a:extLst xmlns:a="http://schemas.openxmlformats.org/drawingml/2006/main">
              <a:ext uri="{FF2B5EF4-FFF2-40B4-BE49-F238E27FC236}">
                <a16:creationId xmlns:a16="http://schemas.microsoft.com/office/drawing/2014/main" id="{A2AA3AE4-E197-415D-A3E0-0FBCCAE2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003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0" name="time-label-38-6">
            <a:extLst xmlns:a="http://schemas.openxmlformats.org/drawingml/2006/main">
              <a:ext uri="{FF2B5EF4-FFF2-40B4-BE49-F238E27FC236}">
                <a16:creationId xmlns:a16="http://schemas.microsoft.com/office/drawing/2014/main" id="{29D35050-902C-41A0-9278-3EB057F0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0515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Evidence Top-20</a:t>
            </a:r>
          </a:p>
        </p:txBody>
      </p:sp>
      <p:sp>
        <p:nvSpPr>
          <p:cNvPr id="31" name="signal-38">
            <a:extLst xmlns:a="http://schemas.openxmlformats.org/drawingml/2006/main">
              <a:ext uri="{FF2B5EF4-FFF2-40B4-BE49-F238E27FC236}">
                <a16:creationId xmlns:a16="http://schemas.microsoft.com/office/drawing/2014/main" id="{D52CEC5D-A253-4734-A51D-56B47205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ignal-label-38">
            <a:extLst xmlns:a="http://schemas.openxmlformats.org/drawingml/2006/main">
              <a:ext uri="{FF2B5EF4-FFF2-40B4-BE49-F238E27FC236}">
                <a16:creationId xmlns:a16="http://schemas.microsoft.com/office/drawing/2014/main" id="{53A67ECA-20C7-4F2C-ACB7-C36858AC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DOCUMENT</a:t>
            </a:r>
          </a:p>
        </p:txBody>
      </p:sp>
    </p:spTree>
    <p:extLst>
      <p:ext uri="{BB962C8B-B14F-4D97-AF65-F5344CB8AC3E}">
        <p14:creationId xmlns:p14="http://schemas.microsoft.com/office/powerpoint/2010/main" val="119693569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accent-39">
            <a:extLst xmlns:a="http://schemas.openxmlformats.org/drawingml/2006/main">
              <a:ext uri="{FF2B5EF4-FFF2-40B4-BE49-F238E27FC236}">
                <a16:creationId xmlns:a16="http://schemas.microsoft.com/office/drawing/2014/main" id="{F289595E-1487-4347-B50B-73D7F888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05" name="top-rule-39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39">
            <a:extLst xmlns:a="http://schemas.openxmlformats.org/drawingml/2006/main">
              <a:ext uri="{FF2B5EF4-FFF2-40B4-BE49-F238E27FC236}">
                <a16:creationId xmlns:a16="http://schemas.microsoft.com/office/drawing/2014/main" id="{6630F8A6-F1F2-4794-8A18-690226E5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39">
            <a:extLst xmlns:a="http://schemas.openxmlformats.org/drawingml/2006/main">
              <a:ext uri="{FF2B5EF4-FFF2-40B4-BE49-F238E27FC236}">
                <a16:creationId xmlns:a16="http://schemas.microsoft.com/office/drawing/2014/main" id="{8E55E4F8-208B-4324-8DDC-9A2EAF12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DOCUMENT</a:t>
            </a:r>
          </a:p>
        </p:txBody>
      </p:sp>
      <p:sp>
        <p:nvSpPr>
          <p:cNvPr id="5" name="page-39">
            <a:extLst xmlns:a="http://schemas.openxmlformats.org/drawingml/2006/main">
              <a:ext uri="{FF2B5EF4-FFF2-40B4-BE49-F238E27FC236}">
                <a16:creationId xmlns:a16="http://schemas.microsoft.com/office/drawing/2014/main" id="{7868AAC5-113B-40D2-AECD-71AAC090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  <p:pic>
        <p:nvPicPr>
          <p:cNvPr id="409" name="그림 29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f53549fe94f7b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10" name="그림 2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956165485473e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39">
            <a:extLst xmlns:a="http://schemas.openxmlformats.org/drawingml/2006/main">
              <a:ext uri="{FF2B5EF4-FFF2-40B4-BE49-F238E27FC236}">
                <a16:creationId xmlns:a16="http://schemas.microsoft.com/office/drawing/2014/main" id="{B6480D28-53B9-44DC-ABF9-003F6CC0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구조 보존 파싱과 후처리 결과</a:t>
            </a:r>
          </a:p>
        </p:txBody>
      </p:sp>
      <p:sp>
        <p:nvSpPr>
          <p:cNvPr id="9" name="parser-raw-label">
            <a:extLst xmlns:a="http://schemas.openxmlformats.org/drawingml/2006/main">
              <a:ext uri="{FF2B5EF4-FFF2-40B4-BE49-F238E27FC236}">
                <a16:creationId xmlns:a16="http://schemas.microsoft.com/office/drawing/2014/main" id="{36451E94-127E-4E73-9AEA-8867B21F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RAW PAGE</a:t>
            </a:r>
          </a:p>
        </p:txBody>
      </p:sp>
      <p:sp>
        <p:nvSpPr>
          <p:cNvPr id="10" name="parser-raw-frame">
            <a:extLst xmlns:a="http://schemas.openxmlformats.org/drawingml/2006/main">
              <a:ext uri="{FF2B5EF4-FFF2-40B4-BE49-F238E27FC236}">
                <a16:creationId xmlns:a16="http://schemas.microsoft.com/office/drawing/2014/main" id="{E159558B-B79B-480F-B7D9-0217F487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4476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4" name="그림 3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cf3b7815848a8"/>
          <a:stretch xmlns:a="http://schemas.openxmlformats.org/drawingml/2006/main"/>
        </p:blipFill>
        <p:spPr>
          <a:xfrm xmlns:a="http://schemas.openxmlformats.org/drawingml/2006/main">
            <a:off x="796209" y="2476500"/>
            <a:ext cx="4065433" cy="2876550"/>
          </a:xfrm>
          <a:prstGeom xmlns:a="http://schemas.openxmlformats.org/drawingml/2006/main" prst="rect">
            <a:avLst/>
          </a:prstGeom>
        </p:spPr>
      </p:pic>
      <p:cxnSp>
        <p:nvCxnSpPr>
          <p:cNvPr id="415" name="parser-arrow"/>
          <p:cNvCxnSpPr/>
          <p:nvPr/>
        </p:nvCxnSpPr>
        <p:spPr>
          <a:xfrm xmlns:a="http://schemas.openxmlformats.org/drawingml/2006/main">
            <a:off x="5219700" y="39052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878D1"/>
            </a:solidFill>
            <a:prstDash val="solid"/>
          </a:ln>
        </p:spPr>
      </p:cxnSp>
      <p:sp>
        <p:nvSpPr>
          <p:cNvPr id="13" name="parser-arrow-tip">
            <a:extLst xmlns:a="http://schemas.openxmlformats.org/drawingml/2006/main">
              <a:ext uri="{FF2B5EF4-FFF2-40B4-BE49-F238E27FC236}">
                <a16:creationId xmlns:a16="http://schemas.microsoft.com/office/drawing/2014/main" id="{37AC73A8-C7E6-4170-B2B7-E49308C1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81425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parser-structured-label">
            <a:extLst xmlns:a="http://schemas.openxmlformats.org/drawingml/2006/main">
              <a:ext uri="{FF2B5EF4-FFF2-40B4-BE49-F238E27FC236}">
                <a16:creationId xmlns:a16="http://schemas.microsoft.com/office/drawing/2014/main" id="{4FCA39A6-9B8D-4F39-83BB-5F980F4C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STRUCTURED PAGE</a:t>
            </a:r>
          </a:p>
        </p:txBody>
      </p:sp>
      <p:sp>
        <p:nvSpPr>
          <p:cNvPr id="15" name="parser-structured-frame">
            <a:extLst xmlns:a="http://schemas.openxmlformats.org/drawingml/2006/main">
              <a:ext uri="{FF2B5EF4-FFF2-40B4-BE49-F238E27FC236}">
                <a16:creationId xmlns:a16="http://schemas.microsoft.com/office/drawing/2014/main" id="{4452577D-14A3-454B-9954-D03ED1C2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50292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19" name="그림 3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456fcce9549f1"/>
          <a:stretch xmlns:a="http://schemas.openxmlformats.org/drawingml/2006/main"/>
        </p:blipFill>
        <p:spPr>
          <a:xfrm xmlns:a="http://schemas.openxmlformats.org/drawingml/2006/main">
            <a:off x="7054134" y="2476500"/>
            <a:ext cx="4065433" cy="2876550"/>
          </a:xfrm>
          <a:prstGeom xmlns:a="http://schemas.openxmlformats.org/drawingml/2006/main" prst="rect">
            <a:avLst/>
          </a:prstGeom>
        </p:spPr>
      </p:pic>
      <p:sp>
        <p:nvSpPr>
          <p:cNvPr id="17" name="parser-caption">
            <a:extLst xmlns:a="http://schemas.openxmlformats.org/drawingml/2006/main">
              <a:ext uri="{FF2B5EF4-FFF2-40B4-BE49-F238E27FC236}">
                <a16:creationId xmlns:a16="http://schemas.microsoft.com/office/drawing/2014/main" id="{212C6262-013A-46FA-9D9C-5E1C1767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좌표·표·이미지 경계를 보존하고 읽기 순서·헤딩을 보정 · 이미지 crop UI는 후속</a:t>
            </a:r>
          </a:p>
        </p:txBody>
      </p:sp>
      <p:sp>
        <p:nvSpPr>
          <p:cNvPr id="18" name="signal-39">
            <a:extLst xmlns:a="http://schemas.openxmlformats.org/drawingml/2006/main">
              <a:ext uri="{FF2B5EF4-FFF2-40B4-BE49-F238E27FC236}">
                <a16:creationId xmlns:a16="http://schemas.microsoft.com/office/drawing/2014/main" id="{18745569-5F77-4FA7-9C57-777A3F49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ignal-label-39">
            <a:extLst xmlns:a="http://schemas.openxmlformats.org/drawingml/2006/main">
              <a:ext uri="{FF2B5EF4-FFF2-40B4-BE49-F238E27FC236}">
                <a16:creationId xmlns:a16="http://schemas.microsoft.com/office/drawing/2014/main" id="{CAAFA451-A6FF-43FE-AB25-354673E8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DOCUMENT PARSING</a:t>
            </a:r>
          </a:p>
        </p:txBody>
      </p:sp>
    </p:spTree>
    <p:extLst>
      <p:ext uri="{BB962C8B-B14F-4D97-AF65-F5344CB8AC3E}">
        <p14:creationId xmlns:p14="http://schemas.microsoft.com/office/powerpoint/2010/main" val="30062186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-40">
            <a:extLst xmlns:a="http://schemas.openxmlformats.org/drawingml/2006/main">
              <a:ext uri="{FF2B5EF4-FFF2-40B4-BE49-F238E27FC236}">
                <a16:creationId xmlns:a16="http://schemas.microsoft.com/office/drawing/2014/main" id="{85057BB3-6055-4690-990F-19EF691C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246" name="top-rule-40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40">
            <a:extLst xmlns:a="http://schemas.openxmlformats.org/drawingml/2006/main">
              <a:ext uri="{FF2B5EF4-FFF2-40B4-BE49-F238E27FC236}">
                <a16:creationId xmlns:a16="http://schemas.microsoft.com/office/drawing/2014/main" id="{99114ACA-1BEC-4D24-8F36-22E3C488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40">
            <a:extLst xmlns:a="http://schemas.openxmlformats.org/drawingml/2006/main">
              <a:ext uri="{FF2B5EF4-FFF2-40B4-BE49-F238E27FC236}">
                <a16:creationId xmlns:a16="http://schemas.microsoft.com/office/drawing/2014/main" id="{81973C88-FB34-4416-97E5-783392F6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PROJECT</a:t>
            </a:r>
          </a:p>
        </p:txBody>
      </p:sp>
      <p:sp>
        <p:nvSpPr>
          <p:cNvPr id="5" name="page-40">
            <a:extLst xmlns:a="http://schemas.openxmlformats.org/drawingml/2006/main">
              <a:ext uri="{FF2B5EF4-FFF2-40B4-BE49-F238E27FC236}">
                <a16:creationId xmlns:a16="http://schemas.microsoft.com/office/drawing/2014/main" id="{185DA789-534E-4438-8CD4-00789139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  <p:pic>
        <p:nvPicPr>
          <p:cNvPr id="250" name="그림 2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df4cbd3b647a8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51" name="그림 2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09fa8dcaf4289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40">
            <a:extLst xmlns:a="http://schemas.openxmlformats.org/drawingml/2006/main">
              <a:ext uri="{FF2B5EF4-FFF2-40B4-BE49-F238E27FC236}">
                <a16:creationId xmlns:a16="http://schemas.microsoft.com/office/drawing/2014/main" id="{20B0AD70-2230-4A35-950F-9F9C8551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근거 기반 프로젝트 실행</a:t>
            </a:r>
          </a:p>
        </p:txBody>
      </p:sp>
      <p:sp>
        <p:nvSpPr>
          <p:cNvPr id="12" name="loop-no-40-0">
            <a:extLst xmlns:a="http://schemas.openxmlformats.org/drawingml/2006/main">
              <a:ext uri="{FF2B5EF4-FFF2-40B4-BE49-F238E27FC236}">
                <a16:creationId xmlns:a16="http://schemas.microsoft.com/office/drawing/2014/main" id="{5A7E1DAF-1382-4FAD-9951-C9BB7B2C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4" name="loop-title-40-0">
            <a:extLst xmlns:a="http://schemas.openxmlformats.org/drawingml/2006/main">
              <a:ext uri="{FF2B5EF4-FFF2-40B4-BE49-F238E27FC236}">
                <a16:creationId xmlns:a16="http://schemas.microsoft.com/office/drawing/2014/main" id="{3385BE41-FFF6-46D8-9C8C-FDFA6F55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EVIDENCE</a:t>
            </a:r>
          </a:p>
        </p:txBody>
      </p:sp>
      <p:sp>
        <p:nvSpPr>
          <p:cNvPr id="15" name="loop-body-40-0">
            <a:extLst xmlns:a="http://schemas.openxmlformats.org/drawingml/2006/main">
              <a:ext uri="{FF2B5EF4-FFF2-40B4-BE49-F238E27FC236}">
                <a16:creationId xmlns:a16="http://schemas.microsoft.com/office/drawing/2014/main" id="{7F1207DD-A54C-4FFE-A27B-1C30A230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14575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Hybrid Top-20·source refs</a:t>
            </a:r>
          </a:p>
        </p:txBody>
      </p:sp>
      <p:sp>
        <p:nvSpPr>
          <p:cNvPr id="16" name="loop-no-40-1">
            <a:extLst xmlns:a="http://schemas.openxmlformats.org/drawingml/2006/main">
              <a:ext uri="{FF2B5EF4-FFF2-40B4-BE49-F238E27FC236}">
                <a16:creationId xmlns:a16="http://schemas.microsoft.com/office/drawing/2014/main" id="{A6F7418E-E5AA-47FD-BBC2-AADF11EE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766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8" name="loop-title-40-1">
            <a:extLst xmlns:a="http://schemas.openxmlformats.org/drawingml/2006/main">
              <a:ext uri="{FF2B5EF4-FFF2-40B4-BE49-F238E27FC236}">
                <a16:creationId xmlns:a16="http://schemas.microsoft.com/office/drawing/2014/main" id="{C11FD89B-65D1-4341-A3BE-49621571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718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EXTRACT</a:t>
            </a:r>
          </a:p>
        </p:txBody>
      </p:sp>
      <p:sp>
        <p:nvSpPr>
          <p:cNvPr id="19" name="loop-body-40-1">
            <a:extLst xmlns:a="http://schemas.openxmlformats.org/drawingml/2006/main">
              <a:ext uri="{FF2B5EF4-FFF2-40B4-BE49-F238E27FC236}">
                <a16:creationId xmlns:a16="http://schemas.microsoft.com/office/drawing/2014/main" id="{1EC216A8-F26C-4622-AF10-73E759AC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71825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전용 Agent · evidence_refs 필수</a:t>
            </a:r>
          </a:p>
        </p:txBody>
      </p:sp>
      <p:sp>
        <p:nvSpPr>
          <p:cNvPr id="20" name="loop-no-40-2">
            <a:extLst xmlns:a="http://schemas.openxmlformats.org/drawingml/2006/main">
              <a:ext uri="{FF2B5EF4-FFF2-40B4-BE49-F238E27FC236}">
                <a16:creationId xmlns:a16="http://schemas.microsoft.com/office/drawing/2014/main" id="{4EE7F8F2-F813-4FA1-91DA-3A8DA31D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33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2" name="loop-title-40-2">
            <a:extLst xmlns:a="http://schemas.openxmlformats.org/drawingml/2006/main">
              <a:ext uri="{FF2B5EF4-FFF2-40B4-BE49-F238E27FC236}">
                <a16:creationId xmlns:a16="http://schemas.microsoft.com/office/drawing/2014/main" id="{E86C1CB4-12EB-43BF-A05B-5A926429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290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APPROVE</a:t>
            </a:r>
          </a:p>
        </p:txBody>
      </p:sp>
      <p:sp>
        <p:nvSpPr>
          <p:cNvPr id="23" name="loop-body-40-2">
            <a:extLst xmlns:a="http://schemas.openxmlformats.org/drawingml/2006/main">
              <a:ext uri="{FF2B5EF4-FFF2-40B4-BE49-F238E27FC236}">
                <a16:creationId xmlns:a16="http://schemas.microsoft.com/office/drawing/2014/main" id="{6E220341-1521-4DB7-B7AB-04E8F466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수정·승인·거절</a:t>
            </a:r>
          </a:p>
        </p:txBody>
      </p:sp>
      <p:sp>
        <p:nvSpPr>
          <p:cNvPr id="24" name="loop-no-40-3">
            <a:extLst xmlns:a="http://schemas.openxmlformats.org/drawingml/2006/main">
              <a:ext uri="{FF2B5EF4-FFF2-40B4-BE49-F238E27FC236}">
                <a16:creationId xmlns:a16="http://schemas.microsoft.com/office/drawing/2014/main" id="{FB3EDDF9-B23A-43F2-83D2-976B8CD7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91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loop-title-40-3">
            <a:extLst xmlns:a="http://schemas.openxmlformats.org/drawingml/2006/main">
              <a:ext uri="{FF2B5EF4-FFF2-40B4-BE49-F238E27FC236}">
                <a16:creationId xmlns:a16="http://schemas.microsoft.com/office/drawing/2014/main" id="{561C1B36-059F-4C2C-B6F2-395586F5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863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REGISTER</a:t>
            </a:r>
          </a:p>
        </p:txBody>
      </p:sp>
      <p:sp>
        <p:nvSpPr>
          <p:cNvPr id="27" name="loop-body-40-3">
            <a:extLst xmlns:a="http://schemas.openxmlformats.org/drawingml/2006/main">
              <a:ext uri="{FF2B5EF4-FFF2-40B4-BE49-F238E27FC236}">
                <a16:creationId xmlns:a16="http://schemas.microsoft.com/office/drawing/2014/main" id="{77DFE60F-E822-4E57-8D7C-12777FF9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863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내부 DB 우선 · 외부 변경은 승인 후</a:t>
            </a:r>
          </a:p>
        </p:txBody>
      </p:sp>
      <p:sp>
        <p:nvSpPr>
          <p:cNvPr id="28" name="signal-40">
            <a:extLst xmlns:a="http://schemas.openxmlformats.org/drawingml/2006/main">
              <a:ext uri="{FF2B5EF4-FFF2-40B4-BE49-F238E27FC236}">
                <a16:creationId xmlns:a16="http://schemas.microsoft.com/office/drawing/2014/main" id="{43E01525-0BBE-4E81-81BC-0255FB8A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signal-label-40">
            <a:extLst xmlns:a="http://schemas.openxmlformats.org/drawingml/2006/main">
              <a:ext uri="{FF2B5EF4-FFF2-40B4-BE49-F238E27FC236}">
                <a16:creationId xmlns:a16="http://schemas.microsoft.com/office/drawing/2014/main" id="{EC9BDABA-B43B-48E4-A08E-41D86215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PROJECT</a:t>
            </a:r>
          </a:p>
        </p:txBody>
      </p:sp>
      <p:sp>
        <p:nvSpPr>
          <p:cNvPr id="181" name="v23-evidence-layer-0">
            <a:extLst xmlns:a="http://schemas.openxmlformats.org/drawingml/2006/main">
              <a:ext uri="{FF2B5EF4-FFF2-40B4-BE49-F238E27FC236}">
                <a16:creationId xmlns:a16="http://schemas.microsoft.com/office/drawing/2014/main" id="{FB5EAA92-06BD-4B8B-BCD1-8FA36E3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2" name="v23-evidence-accent-0">
            <a:extLst xmlns:a="http://schemas.openxmlformats.org/drawingml/2006/main">
              <a:ext uri="{FF2B5EF4-FFF2-40B4-BE49-F238E27FC236}">
                <a16:creationId xmlns:a16="http://schemas.microsoft.com/office/drawing/2014/main" id="{6D7BE000-3312-4E40-AD5A-399A8EC5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3" name="v23-evidence-layer-1">
            <a:extLst xmlns:a="http://schemas.openxmlformats.org/drawingml/2006/main">
              <a:ext uri="{FF2B5EF4-FFF2-40B4-BE49-F238E27FC236}">
                <a16:creationId xmlns:a16="http://schemas.microsoft.com/office/drawing/2014/main" id="{C57D82B0-BC6E-4F12-BC44-5251A847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4" name="v23-evidence-accent-1">
            <a:extLst xmlns:a="http://schemas.openxmlformats.org/drawingml/2006/main">
              <a:ext uri="{FF2B5EF4-FFF2-40B4-BE49-F238E27FC236}">
                <a16:creationId xmlns:a16="http://schemas.microsoft.com/office/drawing/2014/main" id="{C28FBE72-C747-4E26-84B7-E3008910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5" name="v23-evidence-layer-2">
            <a:extLst xmlns:a="http://schemas.openxmlformats.org/drawingml/2006/main">
              <a:ext uri="{FF2B5EF4-FFF2-40B4-BE49-F238E27FC236}">
                <a16:creationId xmlns:a16="http://schemas.microsoft.com/office/drawing/2014/main" id="{CF1CDF82-35D7-4D8E-B671-73235C02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8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6" name="v23-evidence-accent-2">
            <a:extLst xmlns:a="http://schemas.openxmlformats.org/drawingml/2006/main">
              <a:ext uri="{FF2B5EF4-FFF2-40B4-BE49-F238E27FC236}">
                <a16:creationId xmlns:a16="http://schemas.microsoft.com/office/drawing/2014/main" id="{F94F0EEA-18CC-4BE9-8C81-503DDB36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7" name="v23-evidence-layer-3">
            <a:extLst xmlns:a="http://schemas.openxmlformats.org/drawingml/2006/main">
              <a:ext uri="{FF2B5EF4-FFF2-40B4-BE49-F238E27FC236}">
                <a16:creationId xmlns:a16="http://schemas.microsoft.com/office/drawing/2014/main" id="{E919F090-20C0-428B-A9E5-C3B2CE49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8" name="v23-evidence-accent-3">
            <a:extLst xmlns:a="http://schemas.openxmlformats.org/drawingml/2006/main">
              <a:ext uri="{FF2B5EF4-FFF2-40B4-BE49-F238E27FC236}">
                <a16:creationId xmlns:a16="http://schemas.microsoft.com/office/drawing/2014/main" id="{C2C81440-B45C-4CCC-8C05-D24E9A89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42039885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E8EE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41">
            <a:extLst xmlns:a="http://schemas.openxmlformats.org/drawingml/2006/main">
              <a:ext uri="{FF2B5EF4-FFF2-40B4-BE49-F238E27FC236}">
                <a16:creationId xmlns:a16="http://schemas.microsoft.com/office/drawing/2014/main" id="{ADFA5707-B0EA-412A-BA19-F3D94C04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accent-41">
            <a:extLst xmlns:a="http://schemas.openxmlformats.org/drawingml/2006/main">
              <a:ext uri="{FF2B5EF4-FFF2-40B4-BE49-F238E27FC236}">
                <a16:creationId xmlns:a16="http://schemas.microsoft.com/office/drawing/2014/main" id="{21E40833-4F6A-4A53-B099-923568D3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div-no-41">
            <a:extLst xmlns:a="http://schemas.openxmlformats.org/drawingml/2006/main">
              <a:ext uri="{FF2B5EF4-FFF2-40B4-BE49-F238E27FC236}">
                <a16:creationId xmlns:a16="http://schemas.microsoft.com/office/drawing/2014/main" id="{27F0D743-8591-4B97-84E0-92F910A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04E</a:t>
            </a:r>
          </a:p>
        </p:txBody>
      </p:sp>
      <p:sp>
        <p:nvSpPr>
          <p:cNvPr id="4" name="div-title-41">
            <a:extLst xmlns:a="http://schemas.openxmlformats.org/drawingml/2006/main">
              <a:ext uri="{FF2B5EF4-FFF2-40B4-BE49-F238E27FC236}">
                <a16:creationId xmlns:a16="http://schemas.microsoft.com/office/drawing/2014/main" id="{28D62E8C-ECF1-4241-84FC-DB7E2C94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Operations·확장성 구현 결과</a:t>
            </a:r>
          </a:p>
        </p:txBody>
      </p:sp>
      <p:sp>
        <p:nvSpPr>
          <p:cNvPr id="5" name="div-sub-41">
            <a:extLst xmlns:a="http://schemas.openxmlformats.org/drawingml/2006/main">
              <a:ext uri="{FF2B5EF4-FFF2-40B4-BE49-F238E27FC236}">
                <a16:creationId xmlns:a16="http://schemas.microsoft.com/office/drawing/2014/main" id="{3D43EE03-3D61-450C-8D7F-420CBD38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모델·도구·가드레일·감사 정책을 관리하는 별도 운영 경계</a:t>
            </a:r>
          </a:p>
        </p:txBody>
      </p:sp>
      <p:cxnSp>
        <p:nvCxnSpPr>
          <p:cNvPr id="208" name="div-line-41"/>
          <p:cNvCxnSpPr/>
          <p:nvPr/>
        </p:nvCxnSpPr>
        <p:spPr>
          <a:xfrm xmlns:a="http://schemas.openxmlformats.org/drawingml/2006/main">
            <a:off x="628650" y="53911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C8DB"/>
            </a:solidFill>
            <a:prstDash val="solid"/>
          </a:ln>
        </p:spPr>
      </p:cxnSp>
      <p:sp>
        <p:nvSpPr>
          <p:cNvPr id="7" name="div-key-41">
            <a:extLst xmlns:a="http://schemas.openxmlformats.org/drawingml/2006/main">
              <a:ext uri="{FF2B5EF4-FFF2-40B4-BE49-F238E27FC236}">
                <a16:creationId xmlns:a16="http://schemas.microsoft.com/office/drawing/2014/main" id="{993E6579-4EB2-42FB-B748-7512313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OPS · MODEL · MCP · GUARDRAIL · AUDIT</a:t>
            </a:r>
          </a:p>
        </p:txBody>
      </p:sp>
      <p:sp>
        <p:nvSpPr>
          <p:cNvPr id="8" name="div-page-41">
            <a:extLst xmlns:a="http://schemas.openxmlformats.org/drawingml/2006/main">
              <a:ext uri="{FF2B5EF4-FFF2-40B4-BE49-F238E27FC236}">
                <a16:creationId xmlns:a16="http://schemas.microsoft.com/office/drawing/2014/main" id="{52131FBC-B2CC-45F0-A735-F41B8FD9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67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  <p:pic>
        <p:nvPicPr>
          <p:cNvPr id="211" name="그림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43ed698e94943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12" name="그림 1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a61199ed44519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0040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-42">
            <a:extLst xmlns:a="http://schemas.openxmlformats.org/drawingml/2006/main">
              <a:ext uri="{FF2B5EF4-FFF2-40B4-BE49-F238E27FC236}">
                <a16:creationId xmlns:a16="http://schemas.microsoft.com/office/drawing/2014/main" id="{ED60B715-1674-43DD-9D2B-C090E29A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07" name="top-rule-42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42">
            <a:extLst xmlns:a="http://schemas.openxmlformats.org/drawingml/2006/main">
              <a:ext uri="{FF2B5EF4-FFF2-40B4-BE49-F238E27FC236}">
                <a16:creationId xmlns:a16="http://schemas.microsoft.com/office/drawing/2014/main" id="{F69C5E7D-0884-448F-BF6E-8B381E00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42">
            <a:extLst xmlns:a="http://schemas.openxmlformats.org/drawingml/2006/main">
              <a:ext uri="{FF2B5EF4-FFF2-40B4-BE49-F238E27FC236}">
                <a16:creationId xmlns:a16="http://schemas.microsoft.com/office/drawing/2014/main" id="{D33C7049-E067-4471-84F9-863973B9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OPERATIONS</a:t>
            </a:r>
          </a:p>
        </p:txBody>
      </p:sp>
      <p:sp>
        <p:nvSpPr>
          <p:cNvPr id="5" name="page-42">
            <a:extLst xmlns:a="http://schemas.openxmlformats.org/drawingml/2006/main">
              <a:ext uri="{FF2B5EF4-FFF2-40B4-BE49-F238E27FC236}">
                <a16:creationId xmlns:a16="http://schemas.microsoft.com/office/drawing/2014/main" id="{A04F383D-7A6C-47D6-8D03-15CE2558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  <p:pic>
        <p:nvPicPr>
          <p:cNvPr id="411" name="그림 38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ccbf3357c4f20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12" name="그림 3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62ebdcd814e66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42">
            <a:extLst xmlns:a="http://schemas.openxmlformats.org/drawingml/2006/main">
              <a:ext uri="{FF2B5EF4-FFF2-40B4-BE49-F238E27FC236}">
                <a16:creationId xmlns:a16="http://schemas.microsoft.com/office/drawing/2014/main" id="{197B3EA3-609B-4EC0-9232-1D76DF0B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운영자 콘솔 구현 범위</a:t>
            </a:r>
          </a:p>
        </p:txBody>
      </p:sp>
      <p:sp>
        <p:nvSpPr>
          <p:cNvPr id="21" name="signal-42">
            <a:extLst xmlns:a="http://schemas.openxmlformats.org/drawingml/2006/main">
              <a:ext uri="{FF2B5EF4-FFF2-40B4-BE49-F238E27FC236}">
                <a16:creationId xmlns:a16="http://schemas.microsoft.com/office/drawing/2014/main" id="{46525D8C-E1C6-4A2D-983A-ABC1D206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ignal-label-42">
            <a:extLst xmlns:a="http://schemas.openxmlformats.org/drawingml/2006/main">
              <a:ext uri="{FF2B5EF4-FFF2-40B4-BE49-F238E27FC236}">
                <a16:creationId xmlns:a16="http://schemas.microsoft.com/office/drawing/2014/main" id="{301131EE-754F-4B79-B19A-3AB8EDE9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OPERATIONS</a:t>
            </a:r>
          </a:p>
        </p:txBody>
      </p:sp>
      <p:sp>
        <p:nvSpPr>
          <p:cNvPr id="363" name="s42-0-top">
            <a:extLst xmlns:a="http://schemas.openxmlformats.org/drawingml/2006/main">
              <a:ext uri="{FF2B5EF4-FFF2-40B4-BE49-F238E27FC236}">
                <a16:creationId xmlns:a16="http://schemas.microsoft.com/office/drawing/2014/main" id="{A3F678F5-4FF5-4896-95EE-F2253C89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4" name="s42-0-label-text">
            <a:extLst xmlns:a="http://schemas.openxmlformats.org/drawingml/2006/main">
              <a:ext uri="{FF2B5EF4-FFF2-40B4-BE49-F238E27FC236}">
                <a16:creationId xmlns:a16="http://schemas.microsoft.com/office/drawing/2014/main" id="{88317343-5438-4693-B0BC-3AF7D2C9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IDENTITY &amp; ACCESS</a:t>
            </a:r>
          </a:p>
        </p:txBody>
      </p:sp>
      <p:sp>
        <p:nvSpPr>
          <p:cNvPr id="365" name="s42-0-title">
            <a:extLst xmlns:a="http://schemas.openxmlformats.org/drawingml/2006/main">
              <a:ext uri="{FF2B5EF4-FFF2-40B4-BE49-F238E27FC236}">
                <a16:creationId xmlns:a16="http://schemas.microsoft.com/office/drawing/2014/main" id="{A363025C-74C9-4A6C-864D-358D795A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계정과 권한</a:t>
            </a:r>
          </a:p>
        </p:txBody>
      </p:sp>
      <p:sp>
        <p:nvSpPr>
          <p:cNvPr id="366" name="s42-0-body">
            <a:extLst xmlns:a="http://schemas.openxmlformats.org/drawingml/2006/main">
              <a:ext uri="{FF2B5EF4-FFF2-40B4-BE49-F238E27FC236}">
                <a16:creationId xmlns:a16="http://schemas.microsoft.com/office/drawing/2014/main" id="{AB2C88D5-8F80-4553-9C7B-A1BB0A3A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333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팀·계정·초대·소유자 관리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별도 Ops 세션 · 계정 상태 재검사</a:t>
            </a:r>
          </a:p>
        </p:txBody>
      </p:sp>
      <p:sp>
        <p:nvSpPr>
          <p:cNvPr id="367" name="s42-1-top">
            <a:extLst xmlns:a="http://schemas.openxmlformats.org/drawingml/2006/main">
              <a:ext uri="{FF2B5EF4-FFF2-40B4-BE49-F238E27FC236}">
                <a16:creationId xmlns:a16="http://schemas.microsoft.com/office/drawing/2014/main" id="{5B43CD99-FDB0-46D7-B942-71DF43CD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8" name="s42-1-label-text">
            <a:extLst xmlns:a="http://schemas.openxmlformats.org/drawingml/2006/main">
              <a:ext uri="{FF2B5EF4-FFF2-40B4-BE49-F238E27FC236}">
                <a16:creationId xmlns:a16="http://schemas.microsoft.com/office/drawing/2014/main" id="{C0EA03C6-83AB-4C09-BB65-BA37F71D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050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EXTENSIONS</a:t>
            </a:r>
          </a:p>
        </p:txBody>
      </p:sp>
      <p:sp>
        <p:nvSpPr>
          <p:cNvPr id="369" name="s42-1-title">
            <a:extLst xmlns:a="http://schemas.openxmlformats.org/drawingml/2006/main">
              <a:ext uri="{FF2B5EF4-FFF2-40B4-BE49-F238E27FC236}">
                <a16:creationId xmlns:a16="http://schemas.microsoft.com/office/drawing/2014/main" id="{9F0B5AC5-1B15-461A-A819-7195A04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실행 환경</a:t>
            </a:r>
          </a:p>
        </p:txBody>
      </p:sp>
      <p:sp>
        <p:nvSpPr>
          <p:cNvPr id="370" name="s42-1-body">
            <a:extLst xmlns:a="http://schemas.openxmlformats.org/drawingml/2006/main">
              <a:ext uri="{FF2B5EF4-FFF2-40B4-BE49-F238E27FC236}">
                <a16:creationId xmlns:a16="http://schemas.microsoft.com/office/drawing/2014/main" id="{B6304D58-3615-449B-B86D-93E9F78E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333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커스텀 모델·MCP 등록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연결 상태·진단·테스트</a:t>
            </a:r>
          </a:p>
        </p:txBody>
      </p:sp>
      <p:sp>
        <p:nvSpPr>
          <p:cNvPr id="371" name="s42-2-top">
            <a:extLst xmlns:a="http://schemas.openxmlformats.org/drawingml/2006/main">
              <a:ext uri="{FF2B5EF4-FFF2-40B4-BE49-F238E27FC236}">
                <a16:creationId xmlns:a16="http://schemas.microsoft.com/office/drawing/2014/main" id="{CD29D9D4-6391-4F48-AD1E-97B899BC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2" name="s42-2-label-text">
            <a:extLst xmlns:a="http://schemas.openxmlformats.org/drawingml/2006/main">
              <a:ext uri="{FF2B5EF4-FFF2-40B4-BE49-F238E27FC236}">
                <a16:creationId xmlns:a16="http://schemas.microsoft.com/office/drawing/2014/main" id="{26CFD5F6-2410-44FD-9B37-D33AAC21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POLICY &amp; AUDIT</a:t>
            </a:r>
          </a:p>
        </p:txBody>
      </p:sp>
      <p:sp>
        <p:nvSpPr>
          <p:cNvPr id="373" name="s42-2-title">
            <a:extLst xmlns:a="http://schemas.openxmlformats.org/drawingml/2006/main">
              <a:ext uri="{FF2B5EF4-FFF2-40B4-BE49-F238E27FC236}">
                <a16:creationId xmlns:a16="http://schemas.microsoft.com/office/drawing/2014/main" id="{1466CBAF-8CA9-41A5-A68B-3D9321B8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운영 통제</a:t>
            </a:r>
          </a:p>
        </p:txBody>
      </p:sp>
      <p:sp>
        <p:nvSpPr>
          <p:cNvPr id="374" name="s42-2-body">
            <a:extLst xmlns:a="http://schemas.openxmlformats.org/drawingml/2006/main">
              <a:ext uri="{FF2B5EF4-FFF2-40B4-BE49-F238E27FC236}">
                <a16:creationId xmlns:a16="http://schemas.microsoft.com/office/drawing/2014/main" id="{5C8DF7AF-2862-4C3E-8842-171AB0FC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333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가드레일·팀 정책·공지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사용량·실패·감사 로그 탐색</a:t>
            </a:r>
          </a:p>
        </p:txBody>
      </p:sp>
      <p:sp>
        <p:nvSpPr>
          <p:cNvPr id="375" name="s42-critical">
            <a:extLst xmlns:a="http://schemas.openxmlformats.org/drawingml/2006/main">
              <a:ext uri="{FF2B5EF4-FFF2-40B4-BE49-F238E27FC236}">
                <a16:creationId xmlns:a16="http://schemas.microsoft.com/office/drawing/2014/main" id="{7C9039D3-E3F7-40CD-9881-A5020753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F7F9FC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F7F9FC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76" name="s42-critical-label">
            <a:extLst xmlns:a="http://schemas.openxmlformats.org/drawingml/2006/main">
              <a:ext uri="{FF2B5EF4-FFF2-40B4-BE49-F238E27FC236}">
                <a16:creationId xmlns:a16="http://schemas.microsoft.com/office/drawing/2014/main" id="{9BB1BD28-BA1F-4808-8CA9-8412DD46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88628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D88628"/>
                </a:solidFill>
                <a:latin typeface="Pretendard"/>
                <a:ea typeface="Pretendard"/>
                <a:cs typeface="Pretendard"/>
              </a:rPr>
              <a:t>최근 30일 로컬 스냅샷</a:t>
            </a:r>
          </a:p>
        </p:txBody>
      </p:sp>
      <p:sp>
        <p:nvSpPr>
          <p:cNvPr id="377" name="s42-critical-body">
            <a:extLst xmlns:a="http://schemas.openxmlformats.org/drawingml/2006/main">
              <a:ext uri="{FF2B5EF4-FFF2-40B4-BE49-F238E27FC236}">
                <a16:creationId xmlns:a16="http://schemas.microsoft.com/office/drawing/2014/main" id="{B83BD1B2-F031-4489-AACA-38AED5EF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0065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AI 실행 144 · 측정 토큰 6.42M · 완료 Tool 233 · 실행 실패 3 · Tool 실패 9</a:t>
            </a:r>
          </a:p>
        </p:txBody>
      </p:sp>
    </p:spTree>
    <p:extLst>
      <p:ext uri="{BB962C8B-B14F-4D97-AF65-F5344CB8AC3E}">
        <p14:creationId xmlns:p14="http://schemas.microsoft.com/office/powerpoint/2010/main" val="205346105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-43">
            <a:extLst xmlns:a="http://schemas.openxmlformats.org/drawingml/2006/main">
              <a:ext uri="{FF2B5EF4-FFF2-40B4-BE49-F238E27FC236}">
                <a16:creationId xmlns:a16="http://schemas.microsoft.com/office/drawing/2014/main" id="{53D4EC53-1FC0-4A29-93D5-5470F94D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03" name="top-rule-43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43">
            <a:extLst xmlns:a="http://schemas.openxmlformats.org/drawingml/2006/main">
              <a:ext uri="{FF2B5EF4-FFF2-40B4-BE49-F238E27FC236}">
                <a16:creationId xmlns:a16="http://schemas.microsoft.com/office/drawing/2014/main" id="{EC53766C-A387-48B9-9BC3-9EB0FC71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43">
            <a:extLst xmlns:a="http://schemas.openxmlformats.org/drawingml/2006/main">
              <a:ext uri="{FF2B5EF4-FFF2-40B4-BE49-F238E27FC236}">
                <a16:creationId xmlns:a16="http://schemas.microsoft.com/office/drawing/2014/main" id="{09AC423D-5C33-446C-817A-843D88F7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SECURITY</a:t>
            </a:r>
          </a:p>
        </p:txBody>
      </p:sp>
      <p:sp>
        <p:nvSpPr>
          <p:cNvPr id="5" name="page-43">
            <a:extLst xmlns:a="http://schemas.openxmlformats.org/drawingml/2006/main">
              <a:ext uri="{FF2B5EF4-FFF2-40B4-BE49-F238E27FC236}">
                <a16:creationId xmlns:a16="http://schemas.microsoft.com/office/drawing/2014/main" id="{0CD8B6F9-CFF7-41D8-99B9-8D7F0B06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  <p:pic>
        <p:nvPicPr>
          <p:cNvPr id="407" name="그림 3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9cca04c7e42d8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08" name="그림 37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372f0e87f4296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43">
            <a:extLst xmlns:a="http://schemas.openxmlformats.org/drawingml/2006/main">
              <a:ext uri="{FF2B5EF4-FFF2-40B4-BE49-F238E27FC236}">
                <a16:creationId xmlns:a16="http://schemas.microsoft.com/office/drawing/2014/main" id="{2C8A5B98-27EC-461E-881E-19B592B6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제품과 운영의 통제 경계</a:t>
            </a:r>
          </a:p>
        </p:txBody>
      </p:sp>
      <p:sp>
        <p:nvSpPr>
          <p:cNvPr id="21" name="signal-43">
            <a:extLst xmlns:a="http://schemas.openxmlformats.org/drawingml/2006/main">
              <a:ext uri="{FF2B5EF4-FFF2-40B4-BE49-F238E27FC236}">
                <a16:creationId xmlns:a16="http://schemas.microsoft.com/office/drawing/2014/main" id="{98F99B63-1651-4A20-A2E0-5B8951DC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ignal-label-43">
            <a:extLst xmlns:a="http://schemas.openxmlformats.org/drawingml/2006/main">
              <a:ext uri="{FF2B5EF4-FFF2-40B4-BE49-F238E27FC236}">
                <a16:creationId xmlns:a16="http://schemas.microsoft.com/office/drawing/2014/main" id="{D2BB8439-60DB-4CA5-A1C9-DD74B642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SECURITY</a:t>
            </a:r>
          </a:p>
        </p:txBody>
      </p:sp>
      <p:sp>
        <p:nvSpPr>
          <p:cNvPr id="363" name="s43-boundary">
            <a:extLst xmlns:a="http://schemas.openxmlformats.org/drawingml/2006/main">
              <a:ext uri="{FF2B5EF4-FFF2-40B4-BE49-F238E27FC236}">
                <a16:creationId xmlns:a16="http://schemas.microsoft.com/office/drawing/2014/main" id="{EB0F71A0-6B21-4A98-95CE-92F0AC55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4" name="s43-boundary-label-text">
            <a:extLst xmlns:a="http://schemas.openxmlformats.org/drawingml/2006/main">
              <a:ext uri="{FF2B5EF4-FFF2-40B4-BE49-F238E27FC236}">
                <a16:creationId xmlns:a16="http://schemas.microsoft.com/office/drawing/2014/main" id="{109C17C6-A543-4532-A113-DF8FA27A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TRUST BOUNDARY</a:t>
            </a:r>
          </a:p>
        </p:txBody>
      </p:sp>
      <p:sp>
        <p:nvSpPr>
          <p:cNvPr id="365" name="s43-user-label-text">
            <a:extLst xmlns:a="http://schemas.openxmlformats.org/drawingml/2006/main">
              <a:ext uri="{FF2B5EF4-FFF2-40B4-BE49-F238E27FC236}">
                <a16:creationId xmlns:a16="http://schemas.microsoft.com/office/drawing/2014/main" id="{127C76B3-E4EB-4EFD-9F66-E62CB29D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PRODUCT USER</a:t>
            </a:r>
          </a:p>
        </p:txBody>
      </p:sp>
      <p:sp>
        <p:nvSpPr>
          <p:cNvPr id="366" name="s43-user-title">
            <a:extLst xmlns:a="http://schemas.openxmlformats.org/drawingml/2006/main">
              <a:ext uri="{FF2B5EF4-FFF2-40B4-BE49-F238E27FC236}">
                <a16:creationId xmlns:a16="http://schemas.microsoft.com/office/drawing/2014/main" id="{EB789AB5-FA57-424F-A6C0-EC052BDE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사용자 실행 영역</a:t>
            </a:r>
          </a:p>
        </p:txBody>
      </p:sp>
      <p:sp>
        <p:nvSpPr>
          <p:cNvPr id="367" name="s43-user-body">
            <a:extLst xmlns:a="http://schemas.openxmlformats.org/drawingml/2006/main">
              <a:ext uri="{FF2B5EF4-FFF2-40B4-BE49-F238E27FC236}">
                <a16:creationId xmlns:a16="http://schemas.microsoft.com/office/drawing/2014/main" id="{ABD7ADB3-C2A7-484C-9A38-A1BBB900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team_id·project 범위는 서버가 강제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쓰기 handler는 Checkpoint 중단과 사용자 결정 뒤 실행</a:t>
            </a:r>
          </a:p>
        </p:txBody>
      </p:sp>
      <p:sp>
        <p:nvSpPr>
          <p:cNvPr id="368" name="s43-ops-label-text">
            <a:extLst xmlns:a="http://schemas.openxmlformats.org/drawingml/2006/main">
              <a:ext uri="{FF2B5EF4-FFF2-40B4-BE49-F238E27FC236}">
                <a16:creationId xmlns:a16="http://schemas.microsoft.com/office/drawing/2014/main" id="{094E6FCA-DD58-4F13-90E0-BCDEE84D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OPERATOR</a:t>
            </a:r>
          </a:p>
        </p:txBody>
      </p:sp>
      <p:sp>
        <p:nvSpPr>
          <p:cNvPr id="369" name="s43-ops-title">
            <a:extLst xmlns:a="http://schemas.openxmlformats.org/drawingml/2006/main">
              <a:ext uri="{FF2B5EF4-FFF2-40B4-BE49-F238E27FC236}">
                <a16:creationId xmlns:a16="http://schemas.microsoft.com/office/drawing/2014/main" id="{99252EEB-4289-4F7B-8A4A-C8825B85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운영자 조치 영역</a:t>
            </a:r>
          </a:p>
        </p:txBody>
      </p:sp>
      <p:sp>
        <p:nvSpPr>
          <p:cNvPr id="370" name="s43-ops-body">
            <a:extLst xmlns:a="http://schemas.openxmlformats.org/drawingml/2006/main">
              <a:ext uri="{FF2B5EF4-FFF2-40B4-BE49-F238E27FC236}">
                <a16:creationId xmlns:a16="http://schemas.microsoft.com/office/drawing/2014/main" id="{FCB65BE6-05F3-4991-B8E7-B390856F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별도 로그인·토큰 salt·역할 경계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매 요청마다 권한·계정 상태 재검사</a:t>
            </a:r>
          </a:p>
        </p:txBody>
      </p:sp>
      <p:sp>
        <p:nvSpPr>
          <p:cNvPr id="371" name="s43-audit">
            <a:extLst xmlns:a="http://schemas.openxmlformats.org/drawingml/2006/main">
              <a:ext uri="{FF2B5EF4-FFF2-40B4-BE49-F238E27FC236}">
                <a16:creationId xmlns:a16="http://schemas.microsoft.com/office/drawing/2014/main" id="{9B1F2326-DC6D-441D-B28A-0C01F46A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66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0"/>
          </a:solidFill>
          <a:ln xmlns:a="http://schemas.openxmlformats.org/drawingml/2006/main" w="9525">
            <a:solidFill>
              <a:srgbClr val="0A10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0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⁠</a:t>
            </a:r>
          </a:p>
        </p:txBody>
      </p:sp>
      <p:sp>
        <p:nvSpPr>
          <p:cNvPr id="372" name="s43-audit-label-text">
            <a:extLst xmlns:a="http://schemas.openxmlformats.org/drawingml/2006/main">
              <a:ext uri="{FF2B5EF4-FFF2-40B4-BE49-F238E27FC236}">
                <a16:creationId xmlns:a16="http://schemas.microsoft.com/office/drawing/2014/main" id="{CAD2A00D-E6BC-4BB6-85EE-E973A1BF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42D7A0"/>
                </a:solidFill>
                <a:latin typeface="Pretendard"/>
                <a:ea typeface="Pretendard"/>
                <a:cs typeface="Pretendard"/>
              </a:rPr>
              <a:t>SHARED AUDIT TRAIL</a:t>
            </a:r>
          </a:p>
        </p:txBody>
      </p:sp>
      <p:sp>
        <p:nvSpPr>
          <p:cNvPr id="373" name="s43-audit-body">
            <a:extLst xmlns:a="http://schemas.openxmlformats.org/drawingml/2006/main">
              <a:ext uri="{FF2B5EF4-FFF2-40B4-BE49-F238E27FC236}">
                <a16:creationId xmlns:a16="http://schemas.microsoft.com/office/drawing/2014/main" id="{F5E78FD8-DE55-4387-A73F-3F24B1A7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대화·문서 원문은 제외하고 실행·도구·사용량·감사 요약만 기록</a:t>
            </a:r>
          </a:p>
        </p:txBody>
      </p:sp>
    </p:spTree>
    <p:extLst>
      <p:ext uri="{BB962C8B-B14F-4D97-AF65-F5344CB8AC3E}">
        <p14:creationId xmlns:p14="http://schemas.microsoft.com/office/powerpoint/2010/main" val="119813071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op-accent-44">
            <a:extLst xmlns:a="http://schemas.openxmlformats.org/drawingml/2006/main">
              <a:ext uri="{FF2B5EF4-FFF2-40B4-BE49-F238E27FC236}">
                <a16:creationId xmlns:a16="http://schemas.microsoft.com/office/drawing/2014/main" id="{BF40F6AF-B623-4CDC-99F3-F3282B45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680" name="top-rule-44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44">
            <a:extLst xmlns:a="http://schemas.openxmlformats.org/drawingml/2006/main">
              <a:ext uri="{FF2B5EF4-FFF2-40B4-BE49-F238E27FC236}">
                <a16:creationId xmlns:a16="http://schemas.microsoft.com/office/drawing/2014/main" id="{7F07F822-0AE4-43DB-A7B5-C612555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44">
            <a:extLst xmlns:a="http://schemas.openxmlformats.org/drawingml/2006/main">
              <a:ext uri="{FF2B5EF4-FFF2-40B4-BE49-F238E27FC236}">
                <a16:creationId xmlns:a16="http://schemas.microsoft.com/office/drawing/2014/main" id="{A5BE1922-E75D-4767-ACBA-B92461E1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EXTENSIBILITY</a:t>
            </a:r>
          </a:p>
        </p:txBody>
      </p:sp>
      <p:sp>
        <p:nvSpPr>
          <p:cNvPr id="5" name="page-44">
            <a:extLst xmlns:a="http://schemas.openxmlformats.org/drawingml/2006/main">
              <a:ext uri="{FF2B5EF4-FFF2-40B4-BE49-F238E27FC236}">
                <a16:creationId xmlns:a16="http://schemas.microsoft.com/office/drawing/2014/main" id="{5708E277-4B9B-4707-9127-80E87FDA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  <p:pic>
        <p:nvPicPr>
          <p:cNvPr id="684" name="그림 49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8aebe60774e87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685" name="그림 49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d802b761d427d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44">
            <a:extLst xmlns:a="http://schemas.openxmlformats.org/drawingml/2006/main">
              <a:ext uri="{FF2B5EF4-FFF2-40B4-BE49-F238E27FC236}">
                <a16:creationId xmlns:a16="http://schemas.microsoft.com/office/drawing/2014/main" id="{7F8D8B7E-CC0E-41CF-945C-A54057A8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연동과 확장 지점</a:t>
            </a:r>
          </a:p>
        </p:txBody>
      </p:sp>
      <p:cxnSp>
        <p:nvCxnSpPr>
          <p:cNvPr id="687" name="head-44"/>
          <p:cNvCxnSpPr/>
          <p:nvPr/>
        </p:nvCxnSpPr>
        <p:spPr>
          <a:xfrm xmlns:a="http://schemas.openxmlformats.org/drawingml/2006/main">
            <a:off x="571500" y="2305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1020"/>
            </a:solidFill>
            <a:prstDash val="solid"/>
          </a:ln>
        </p:spPr>
      </p:cxnSp>
      <p:sp>
        <p:nvSpPr>
          <p:cNvPr id="10" name="headtxt-44-0">
            <a:extLst xmlns:a="http://schemas.openxmlformats.org/drawingml/2006/main">
              <a:ext uri="{FF2B5EF4-FFF2-40B4-BE49-F238E27FC236}">
                <a16:creationId xmlns:a16="http://schemas.microsoft.com/office/drawing/2014/main" id="{7264D168-0208-4565-BA75-F174D35F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확장 영역</a:t>
            </a:r>
          </a:p>
        </p:txBody>
      </p:sp>
      <p:sp>
        <p:nvSpPr>
          <p:cNvPr id="11" name="headtxt-44-1">
            <a:extLst xmlns:a="http://schemas.openxmlformats.org/drawingml/2006/main">
              <a:ext uri="{FF2B5EF4-FFF2-40B4-BE49-F238E27FC236}">
                <a16:creationId xmlns:a16="http://schemas.microsoft.com/office/drawing/2014/main" id="{2C2E07B0-09DE-445F-B7DB-2BA7E366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05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현재 구현</a:t>
            </a:r>
          </a:p>
        </p:txBody>
      </p:sp>
      <p:sp>
        <p:nvSpPr>
          <p:cNvPr id="12" name="headtxt-44-2">
            <a:extLst xmlns:a="http://schemas.openxmlformats.org/drawingml/2006/main">
              <a:ext uri="{FF2B5EF4-FFF2-40B4-BE49-F238E27FC236}">
                <a16:creationId xmlns:a16="http://schemas.microsoft.com/office/drawing/2014/main" id="{5AD91461-6ABC-49B2-9BF2-CD6E58E1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확장 방식</a:t>
            </a:r>
          </a:p>
        </p:txBody>
      </p:sp>
      <p:cxnSp>
        <p:nvCxnSpPr>
          <p:cNvPr id="691" name="mrow-44-0"/>
          <p:cNvCxnSpPr/>
          <p:nvPr/>
        </p:nvCxnSpPr>
        <p:spPr>
          <a:xfrm xmlns:a="http://schemas.openxmlformats.org/drawingml/2006/main">
            <a:off x="571500" y="30861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4" name="mc0-44-0">
            <a:extLst xmlns:a="http://schemas.openxmlformats.org/drawingml/2006/main">
              <a:ext uri="{FF2B5EF4-FFF2-40B4-BE49-F238E27FC236}">
                <a16:creationId xmlns:a16="http://schemas.microsoft.com/office/drawing/2014/main" id="{8FFFFF69-4E8F-416A-812B-D4A4E415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15" name="mc1-44-0">
            <a:extLst xmlns:a="http://schemas.openxmlformats.org/drawingml/2006/main">
              <a:ext uri="{FF2B5EF4-FFF2-40B4-BE49-F238E27FC236}">
                <a16:creationId xmlns:a16="http://schemas.microsoft.com/office/drawing/2014/main" id="{91341A88-880E-45EA-A146-147DDD1C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Provider 인터페이스 · 커스텀 Endpoint</a:t>
            </a:r>
          </a:p>
        </p:txBody>
      </p:sp>
      <p:sp>
        <p:nvSpPr>
          <p:cNvPr id="16" name="mc2-44-0">
            <a:extLst xmlns:a="http://schemas.openxmlformats.org/drawingml/2006/main">
              <a:ext uri="{FF2B5EF4-FFF2-40B4-BE49-F238E27FC236}">
                <a16:creationId xmlns:a16="http://schemas.microsoft.com/office/drawing/2014/main" id="{A8020BA2-1DD4-44DD-856A-16443E02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Runtime 설정</a:t>
            </a:r>
          </a:p>
        </p:txBody>
      </p:sp>
      <p:cxnSp>
        <p:nvCxnSpPr>
          <p:cNvPr id="695" name="mrow-44-1"/>
          <p:cNvCxnSpPr/>
          <p:nvPr/>
        </p:nvCxnSpPr>
        <p:spPr>
          <a:xfrm xmlns:a="http://schemas.openxmlformats.org/drawingml/2006/main">
            <a:off x="571500" y="3867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8" name="mc0-44-1">
            <a:extLst xmlns:a="http://schemas.openxmlformats.org/drawingml/2006/main">
              <a:ext uri="{FF2B5EF4-FFF2-40B4-BE49-F238E27FC236}">
                <a16:creationId xmlns:a16="http://schemas.microsoft.com/office/drawing/2014/main" id="{0887CD98-04DF-4AF7-8776-C7D1BB5E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커넥터</a:t>
            </a:r>
          </a:p>
        </p:txBody>
      </p:sp>
      <p:sp>
        <p:nvSpPr>
          <p:cNvPr id="19" name="mc1-44-1">
            <a:extLst xmlns:a="http://schemas.openxmlformats.org/drawingml/2006/main">
              <a:ext uri="{FF2B5EF4-FFF2-40B4-BE49-F238E27FC236}">
                <a16:creationId xmlns:a16="http://schemas.microsoft.com/office/drawing/2014/main" id="{2EC6A467-6C31-464D-9EC6-8C460248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문서·업무·조직 시스템 Adapter</a:t>
            </a:r>
          </a:p>
        </p:txBody>
      </p:sp>
      <p:sp>
        <p:nvSpPr>
          <p:cNvPr id="20" name="mc2-44-1">
            <a:extLst xmlns:a="http://schemas.openxmlformats.org/drawingml/2006/main">
              <a:ext uri="{FF2B5EF4-FFF2-40B4-BE49-F238E27FC236}">
                <a16:creationId xmlns:a16="http://schemas.microsoft.com/office/drawing/2014/main" id="{284E1838-4E93-45CD-9748-D58E5868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계정 소유 OAuth·Adapter</a:t>
            </a:r>
          </a:p>
        </p:txBody>
      </p:sp>
      <p:cxnSp>
        <p:nvCxnSpPr>
          <p:cNvPr id="699" name="mrow-44-2"/>
          <p:cNvCxnSpPr/>
          <p:nvPr/>
        </p:nvCxnSpPr>
        <p:spPr>
          <a:xfrm xmlns:a="http://schemas.openxmlformats.org/drawingml/2006/main">
            <a:off x="571500" y="46482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2" name="mc0-44-2">
            <a:extLst xmlns:a="http://schemas.openxmlformats.org/drawingml/2006/main">
              <a:ext uri="{FF2B5EF4-FFF2-40B4-BE49-F238E27FC236}">
                <a16:creationId xmlns:a16="http://schemas.microsoft.com/office/drawing/2014/main" id="{0661005E-FC9D-4549-BEFB-06BA8D6E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23" name="mc1-44-2">
            <a:extLst xmlns:a="http://schemas.openxmlformats.org/drawingml/2006/main">
              <a:ext uri="{FF2B5EF4-FFF2-40B4-BE49-F238E27FC236}">
                <a16:creationId xmlns:a16="http://schemas.microsoft.com/office/drawing/2014/main" id="{007B9F0C-7921-47A4-AA72-150233EA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386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내장 32종 · 팀 MCP 도구</a:t>
            </a:r>
          </a:p>
        </p:txBody>
      </p:sp>
      <p:sp>
        <p:nvSpPr>
          <p:cNvPr id="24" name="mc2-44-2">
            <a:extLst xmlns:a="http://schemas.openxmlformats.org/drawingml/2006/main">
              <a:ext uri="{FF2B5EF4-FFF2-40B4-BE49-F238E27FC236}">
                <a16:creationId xmlns:a16="http://schemas.microsoft.com/office/drawing/2014/main" id="{78CD55FE-0A70-4530-AB6D-7A7F6169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메타데이터 기반 Loader</a:t>
            </a:r>
          </a:p>
        </p:txBody>
      </p:sp>
      <p:cxnSp>
        <p:nvCxnSpPr>
          <p:cNvPr id="703" name="mrow-44-3"/>
          <p:cNvCxnSpPr/>
          <p:nvPr/>
        </p:nvCxnSpPr>
        <p:spPr>
          <a:xfrm xmlns:a="http://schemas.openxmlformats.org/drawingml/2006/main">
            <a:off x="571500" y="54292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6" name="mc0-44-3">
            <a:extLst xmlns:a="http://schemas.openxmlformats.org/drawingml/2006/main">
              <a:ext uri="{FF2B5EF4-FFF2-40B4-BE49-F238E27FC236}">
                <a16:creationId xmlns:a16="http://schemas.microsoft.com/office/drawing/2014/main" id="{E4916116-A064-47E9-97EC-9C8785B0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가드레일</a:t>
            </a:r>
          </a:p>
        </p:txBody>
      </p:sp>
      <p:sp>
        <p:nvSpPr>
          <p:cNvPr id="27" name="mc1-44-3">
            <a:extLst xmlns:a="http://schemas.openxmlformats.org/drawingml/2006/main">
              <a:ext uri="{FF2B5EF4-FFF2-40B4-BE49-F238E27FC236}">
                <a16:creationId xmlns:a16="http://schemas.microsoft.com/office/drawing/2014/main" id="{4F3EC588-B3C3-4599-B149-0D50BC98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입력·출력 Guardrail Provider</a:t>
            </a:r>
          </a:p>
        </p:txBody>
      </p:sp>
      <p:sp>
        <p:nvSpPr>
          <p:cNvPr id="28" name="mc2-44-3">
            <a:extLst xmlns:a="http://schemas.openxmlformats.org/drawingml/2006/main">
              <a:ext uri="{FF2B5EF4-FFF2-40B4-BE49-F238E27FC236}">
                <a16:creationId xmlns:a16="http://schemas.microsoft.com/office/drawing/2014/main" id="{C75613FF-7422-47A5-9B56-14E3DEBA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팀별 정책·실패 모드</a:t>
            </a:r>
          </a:p>
        </p:txBody>
      </p:sp>
      <p:sp>
        <p:nvSpPr>
          <p:cNvPr id="29" name="signal-44">
            <a:extLst xmlns:a="http://schemas.openxmlformats.org/drawingml/2006/main">
              <a:ext uri="{FF2B5EF4-FFF2-40B4-BE49-F238E27FC236}">
                <a16:creationId xmlns:a16="http://schemas.microsoft.com/office/drawing/2014/main" id="{10BBD278-FB00-412C-8B97-4375A7E1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ignal-label-44">
            <a:extLst xmlns:a="http://schemas.openxmlformats.org/drawingml/2006/main">
              <a:ext uri="{FF2B5EF4-FFF2-40B4-BE49-F238E27FC236}">
                <a16:creationId xmlns:a16="http://schemas.microsoft.com/office/drawing/2014/main" id="{E16D6F7B-E696-4898-B3D6-BBC390AD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EXTENSIBILITY</a:t>
            </a:r>
          </a:p>
        </p:txBody>
      </p:sp>
    </p:spTree>
    <p:extLst>
      <p:ext uri="{BB962C8B-B14F-4D97-AF65-F5344CB8AC3E}">
        <p14:creationId xmlns:p14="http://schemas.microsoft.com/office/powerpoint/2010/main" val="24120535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-45">
            <a:extLst xmlns:a="http://schemas.openxmlformats.org/drawingml/2006/main">
              <a:ext uri="{FF2B5EF4-FFF2-40B4-BE49-F238E27FC236}">
                <a16:creationId xmlns:a16="http://schemas.microsoft.com/office/drawing/2014/main" id="{B4AA4C12-5CFA-4FA3-9D23-0F8BD2AE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29" name="top-rule-45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45">
            <a:extLst xmlns:a="http://schemas.openxmlformats.org/drawingml/2006/main">
              <a:ext uri="{FF2B5EF4-FFF2-40B4-BE49-F238E27FC236}">
                <a16:creationId xmlns:a16="http://schemas.microsoft.com/office/drawing/2014/main" id="{2D257EB6-7155-4BB1-99CA-0453E7AD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45">
            <a:extLst xmlns:a="http://schemas.openxmlformats.org/drawingml/2006/main">
              <a:ext uri="{FF2B5EF4-FFF2-40B4-BE49-F238E27FC236}">
                <a16:creationId xmlns:a16="http://schemas.microsoft.com/office/drawing/2014/main" id="{6878853E-BC8B-482D-9613-7095AB59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PRODUCT EVIDENCE</a:t>
            </a:r>
          </a:p>
        </p:txBody>
      </p:sp>
      <p:sp>
        <p:nvSpPr>
          <p:cNvPr id="5" name="page-45">
            <a:extLst xmlns:a="http://schemas.openxmlformats.org/drawingml/2006/main">
              <a:ext uri="{FF2B5EF4-FFF2-40B4-BE49-F238E27FC236}">
                <a16:creationId xmlns:a16="http://schemas.microsoft.com/office/drawing/2014/main" id="{DADE5AA9-C93E-4197-BDF5-8ADC5014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  <p:pic>
        <p:nvPicPr>
          <p:cNvPr id="133" name="그림 1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202a2b7a94b69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134" name="그림 1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1766007dd45e5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45">
            <a:extLst xmlns:a="http://schemas.openxmlformats.org/drawingml/2006/main">
              <a:ext uri="{FF2B5EF4-FFF2-40B4-BE49-F238E27FC236}">
                <a16:creationId xmlns:a16="http://schemas.microsoft.com/office/drawing/2014/main" id="{ACBDC0DA-B06F-43E5-A593-4999B1C7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화면 기반 에이전트 구성</a:t>
            </a:r>
          </a:p>
        </p:txBody>
      </p:sp>
      <p:sp>
        <p:nvSpPr>
          <p:cNvPr id="9" name="image-frame-45">
            <a:extLst xmlns:a="http://schemas.openxmlformats.org/drawingml/2006/main">
              <a:ext uri="{FF2B5EF4-FFF2-40B4-BE49-F238E27FC236}">
                <a16:creationId xmlns:a16="http://schemas.microsoft.com/office/drawing/2014/main" id="{CFEC1225-AA0B-45C7-878C-CFA81BD9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62150"/>
            <a:ext cx="6953250" cy="38862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7D1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mage-copy-45">
            <a:extLst xmlns:a="http://schemas.openxmlformats.org/drawingml/2006/main">
              <a:ext uri="{FF2B5EF4-FFF2-40B4-BE49-F238E27FC236}">
                <a16:creationId xmlns:a16="http://schemas.microsoft.com/office/drawing/2014/main" id="{0931966C-9F23-492C-B56F-C238DF98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371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모델·도구·지시문과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서브에이전트 설정</a:t>
            </a:r>
          </a:p>
        </p:txBody>
      </p:sp>
      <p:sp>
        <p:nvSpPr>
          <p:cNvPr id="12" name="image-detail-45">
            <a:extLst xmlns:a="http://schemas.openxmlformats.org/drawingml/2006/main">
              <a:ext uri="{FF2B5EF4-FFF2-40B4-BE49-F238E27FC236}">
                <a16:creationId xmlns:a16="http://schemas.microsoft.com/office/drawing/2014/main" id="{98F80DAE-8EFE-4917-AE71-D28C6936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설정 항목과 활성 버전 상태를 실제 UI로 증빙</a:t>
            </a:r>
          </a:p>
        </p:txBody>
      </p:sp>
      <p:sp>
        <p:nvSpPr>
          <p:cNvPr id="13" name="signal-45">
            <a:extLst xmlns:a="http://schemas.openxmlformats.org/drawingml/2006/main">
              <a:ext uri="{FF2B5EF4-FFF2-40B4-BE49-F238E27FC236}">
                <a16:creationId xmlns:a16="http://schemas.microsoft.com/office/drawing/2014/main" id="{5B00A3A1-EA38-489A-9411-0B5904BF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ignal-label-45">
            <a:extLst xmlns:a="http://schemas.openxmlformats.org/drawingml/2006/main">
              <a:ext uri="{FF2B5EF4-FFF2-40B4-BE49-F238E27FC236}">
                <a16:creationId xmlns:a16="http://schemas.microsoft.com/office/drawing/2014/main" id="{193CEBAA-1559-472D-90D9-953B76CB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PRODUCT EVIDENCE</a:t>
            </a:r>
          </a:p>
        </p:txBody>
      </p:sp>
      <p:sp>
        <p:nvSpPr>
          <p:cNvPr id="89" name="capture-accent-45">
            <a:extLst xmlns:a="http://schemas.openxmlformats.org/drawingml/2006/main">
              <a:ext uri="{FF2B5EF4-FFF2-40B4-BE49-F238E27FC236}">
                <a16:creationId xmlns:a16="http://schemas.microsoft.com/office/drawing/2014/main" id="{AB95898B-24A2-48F9-8798-29559C69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718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" name="capture-label-45">
            <a:extLst xmlns:a="http://schemas.openxmlformats.org/drawingml/2006/main">
              <a:ext uri="{FF2B5EF4-FFF2-40B4-BE49-F238E27FC236}">
                <a16:creationId xmlns:a16="http://schemas.microsoft.com/office/drawing/2014/main" id="{AF8AEBEC-6ECA-4468-92C3-C5C5210E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43300"/>
            <a:ext cx="603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실제 브라우저 화면 삽입</a:t>
            </a:r>
          </a:p>
        </p:txBody>
      </p:sp>
      <p:sp>
        <p:nvSpPr>
          <p:cNvPr id="91" name="capture-guide-45">
            <a:extLst xmlns:a="http://schemas.openxmlformats.org/drawingml/2006/main">
              <a:ext uri="{FF2B5EF4-FFF2-40B4-BE49-F238E27FC236}">
                <a16:creationId xmlns:a16="http://schemas.microsoft.com/office/drawing/2014/main" id="{ED22449D-1C54-40CD-8DC0-198B1CBA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62400"/>
            <a:ext cx="603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이름 · 지시문 · 모델 · 도구 · Subagent · 버전 상태가 보이는 화면</a:t>
            </a:r>
          </a:p>
        </p:txBody>
      </p:sp>
    </p:spTree>
    <p:extLst>
      <p:ext uri="{BB962C8B-B14F-4D97-AF65-F5344CB8AC3E}">
        <p14:creationId xmlns:p14="http://schemas.microsoft.com/office/powerpoint/2010/main" val="175150419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accent-46">
            <a:extLst xmlns:a="http://schemas.openxmlformats.org/drawingml/2006/main">
              <a:ext uri="{FF2B5EF4-FFF2-40B4-BE49-F238E27FC236}">
                <a16:creationId xmlns:a16="http://schemas.microsoft.com/office/drawing/2014/main" id="{B421E5DD-13AF-47CC-A015-70E924A3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578" name="top-rule-46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46">
            <a:extLst xmlns:a="http://schemas.openxmlformats.org/drawingml/2006/main">
              <a:ext uri="{FF2B5EF4-FFF2-40B4-BE49-F238E27FC236}">
                <a16:creationId xmlns:a16="http://schemas.microsoft.com/office/drawing/2014/main" id="{582E42CC-7DAB-49D8-AB3E-67ACF880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46">
            <a:extLst xmlns:a="http://schemas.openxmlformats.org/drawingml/2006/main">
              <a:ext uri="{FF2B5EF4-FFF2-40B4-BE49-F238E27FC236}">
                <a16:creationId xmlns:a16="http://schemas.microsoft.com/office/drawing/2014/main" id="{FA28ACEF-2B6B-4A54-A11B-B6271531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DEMO FLOW</a:t>
            </a:r>
          </a:p>
        </p:txBody>
      </p:sp>
      <p:sp>
        <p:nvSpPr>
          <p:cNvPr id="5" name="page-46">
            <a:extLst xmlns:a="http://schemas.openxmlformats.org/drawingml/2006/main">
              <a:ext uri="{FF2B5EF4-FFF2-40B4-BE49-F238E27FC236}">
                <a16:creationId xmlns:a16="http://schemas.microsoft.com/office/drawing/2014/main" id="{3165FB8C-5DCB-4CD8-B9D2-1661568D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  <p:pic>
        <p:nvPicPr>
          <p:cNvPr id="582" name="그림 4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92c52a8b04923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583" name="그림 4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ced4a12c74c9f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46">
            <a:extLst xmlns:a="http://schemas.openxmlformats.org/drawingml/2006/main">
              <a:ext uri="{FF2B5EF4-FFF2-40B4-BE49-F238E27FC236}">
                <a16:creationId xmlns:a16="http://schemas.microsoft.com/office/drawing/2014/main" id="{0879A9D3-6E43-4D8C-ACDC-1D843862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최종 시연 시나리오</a:t>
            </a:r>
          </a:p>
        </p:txBody>
      </p:sp>
      <p:cxnSp>
        <p:nvCxnSpPr>
          <p:cNvPr id="585" name="arrow-46-0"/>
          <p:cNvCxnSpPr/>
          <p:nvPr/>
        </p:nvCxnSpPr>
        <p:spPr>
          <a:xfrm xmlns:a="http://schemas.openxmlformats.org/drawingml/2006/main">
            <a:off x="3390900" y="380047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8D1"/>
            </a:solidFill>
            <a:prstDash val="solid"/>
          </a:ln>
        </p:spPr>
      </p:cxnSp>
      <p:cxnSp>
        <p:nvCxnSpPr>
          <p:cNvPr id="586" name="arrow-46-1"/>
          <p:cNvCxnSpPr/>
          <p:nvPr/>
        </p:nvCxnSpPr>
        <p:spPr>
          <a:xfrm xmlns:a="http://schemas.openxmlformats.org/drawingml/2006/main">
            <a:off x="6972300" y="380047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8D1"/>
            </a:solidFill>
            <a:prstDash val="solid"/>
          </a:ln>
        </p:spPr>
      </p:cxnSp>
      <p:sp>
        <p:nvSpPr>
          <p:cNvPr id="11" name="step-no-46-0">
            <a:extLst xmlns:a="http://schemas.openxmlformats.org/drawingml/2006/main">
              <a:ext uri="{FF2B5EF4-FFF2-40B4-BE49-F238E27FC236}">
                <a16:creationId xmlns:a16="http://schemas.microsoft.com/office/drawing/2014/main" id="{965AF7FF-3327-4D15-8DCB-AC57D517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2" name="step-title-46-0">
            <a:extLst xmlns:a="http://schemas.openxmlformats.org/drawingml/2006/main">
              <a:ext uri="{FF2B5EF4-FFF2-40B4-BE49-F238E27FC236}">
                <a16:creationId xmlns:a16="http://schemas.microsoft.com/office/drawing/2014/main" id="{D48C831C-BC7A-420B-B940-27AE414E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BUILD</a:t>
            </a:r>
          </a:p>
        </p:txBody>
      </p:sp>
      <p:cxnSp>
        <p:nvCxnSpPr>
          <p:cNvPr id="589" name="step-rule-46-0"/>
          <p:cNvCxnSpPr/>
          <p:nvPr/>
        </p:nvCxnSpPr>
        <p:spPr>
          <a:xfrm xmlns:a="http://schemas.openxmlformats.org/drawingml/2006/main">
            <a:off x="666750" y="3581400"/>
            <a:ext cx="2686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4" name="step-body-46-0">
            <a:extLst xmlns:a="http://schemas.openxmlformats.org/drawingml/2006/main">
              <a:ext uri="{FF2B5EF4-FFF2-40B4-BE49-F238E27FC236}">
                <a16:creationId xmlns:a16="http://schemas.microsoft.com/office/drawing/2014/main" id="{57DA6A43-A122-43BF-94B2-E3E0196A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Agent·버전·모델·도구·Subagent 구성</a:t>
            </a:r>
          </a:p>
        </p:txBody>
      </p:sp>
      <p:sp>
        <p:nvSpPr>
          <p:cNvPr id="15" name="step-no-46-1">
            <a:extLst xmlns:a="http://schemas.openxmlformats.org/drawingml/2006/main">
              <a:ext uri="{FF2B5EF4-FFF2-40B4-BE49-F238E27FC236}">
                <a16:creationId xmlns:a16="http://schemas.microsoft.com/office/drawing/2014/main" id="{56DE51D1-DB23-4DF0-9045-3F8A1FFF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62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step-title-46-1">
            <a:extLst xmlns:a="http://schemas.openxmlformats.org/drawingml/2006/main">
              <a:ext uri="{FF2B5EF4-FFF2-40B4-BE49-F238E27FC236}">
                <a16:creationId xmlns:a16="http://schemas.microsoft.com/office/drawing/2014/main" id="{9A72C2A8-4246-4B34-BF6B-08A5AFF1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RUN</a:t>
            </a:r>
          </a:p>
        </p:txBody>
      </p:sp>
      <p:cxnSp>
        <p:nvCxnSpPr>
          <p:cNvPr id="593" name="step-rule-46-1"/>
          <p:cNvCxnSpPr/>
          <p:nvPr/>
        </p:nvCxnSpPr>
        <p:spPr>
          <a:xfrm xmlns:a="http://schemas.openxmlformats.org/drawingml/2006/main">
            <a:off x="4248150" y="3581400"/>
            <a:ext cx="2686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8" name="step-body-46-1">
            <a:extLst xmlns:a="http://schemas.openxmlformats.org/drawingml/2006/main">
              <a:ext uri="{FF2B5EF4-FFF2-40B4-BE49-F238E27FC236}">
                <a16:creationId xmlns:a16="http://schemas.microsoft.com/office/drawing/2014/main" id="{39D8D902-42C1-43B5-B343-1E76F0D1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481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Hybrid 근거 확인 → 후보 추출 → 결과 검토</a:t>
            </a:r>
          </a:p>
        </p:txBody>
      </p:sp>
      <p:sp>
        <p:nvSpPr>
          <p:cNvPr id="19" name="step-no-46-2">
            <a:extLst xmlns:a="http://schemas.openxmlformats.org/drawingml/2006/main">
              <a:ext uri="{FF2B5EF4-FFF2-40B4-BE49-F238E27FC236}">
                <a16:creationId xmlns:a16="http://schemas.microsoft.com/office/drawing/2014/main" id="{3C293285-5A46-41D1-BAFA-147A036D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62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0" name="step-title-46-2">
            <a:extLst xmlns:a="http://schemas.openxmlformats.org/drawingml/2006/main">
              <a:ext uri="{FF2B5EF4-FFF2-40B4-BE49-F238E27FC236}">
                <a16:creationId xmlns:a16="http://schemas.microsoft.com/office/drawing/2014/main" id="{B9E93B16-9D94-4074-9F16-E4658A3A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384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CONTROL</a:t>
            </a:r>
          </a:p>
        </p:txBody>
      </p:sp>
      <p:cxnSp>
        <p:nvCxnSpPr>
          <p:cNvPr id="597" name="step-rule-46-2"/>
          <p:cNvCxnSpPr/>
          <p:nvPr/>
        </p:nvCxnSpPr>
        <p:spPr>
          <a:xfrm xmlns:a="http://schemas.openxmlformats.org/drawingml/2006/main">
            <a:off x="7829550" y="3581400"/>
            <a:ext cx="2686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2" name="step-body-46-2">
            <a:extLst xmlns:a="http://schemas.openxmlformats.org/drawingml/2006/main">
              <a:ext uri="{FF2B5EF4-FFF2-40B4-BE49-F238E27FC236}">
                <a16:creationId xmlns:a16="http://schemas.microsoft.com/office/drawing/2014/main" id="{9BFA57F7-82A3-4878-8A1E-76B13837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481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HITL 승인 → 내부·외부 반영 → Skill 검증·재사용</a:t>
            </a:r>
          </a:p>
        </p:txBody>
      </p:sp>
      <p:sp>
        <p:nvSpPr>
          <p:cNvPr id="23" name="signal-46">
            <a:extLst xmlns:a="http://schemas.openxmlformats.org/drawingml/2006/main">
              <a:ext uri="{FF2B5EF4-FFF2-40B4-BE49-F238E27FC236}">
                <a16:creationId xmlns:a16="http://schemas.microsoft.com/office/drawing/2014/main" id="{A425E887-137C-48E8-ADE8-C0BBA240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ignal-label-46">
            <a:extLst xmlns:a="http://schemas.openxmlformats.org/drawingml/2006/main">
              <a:ext uri="{FF2B5EF4-FFF2-40B4-BE49-F238E27FC236}">
                <a16:creationId xmlns:a16="http://schemas.microsoft.com/office/drawing/2014/main" id="{C805A6E7-BDC0-4DE7-99EE-9BD73093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DEMO FLOW</a:t>
            </a:r>
          </a:p>
        </p:txBody>
      </p:sp>
    </p:spTree>
    <p:extLst>
      <p:ext uri="{BB962C8B-B14F-4D97-AF65-F5344CB8AC3E}">
        <p14:creationId xmlns:p14="http://schemas.microsoft.com/office/powerpoint/2010/main" val="24831816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-47">
            <a:extLst xmlns:a="http://schemas.openxmlformats.org/drawingml/2006/main">
              <a:ext uri="{FF2B5EF4-FFF2-40B4-BE49-F238E27FC236}">
                <a16:creationId xmlns:a16="http://schemas.microsoft.com/office/drawing/2014/main" id="{777FBCD4-93C4-4F66-8BA9-788EB153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12" name="top-rule-47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47">
            <a:extLst xmlns:a="http://schemas.openxmlformats.org/drawingml/2006/main">
              <a:ext uri="{FF2B5EF4-FFF2-40B4-BE49-F238E27FC236}">
                <a16:creationId xmlns:a16="http://schemas.microsoft.com/office/drawing/2014/main" id="{80BCF782-2DCE-4C94-B60C-E5771C0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47">
            <a:extLst xmlns:a="http://schemas.openxmlformats.org/drawingml/2006/main">
              <a:ext uri="{FF2B5EF4-FFF2-40B4-BE49-F238E27FC236}">
                <a16:creationId xmlns:a16="http://schemas.microsoft.com/office/drawing/2014/main" id="{735488C5-E5A6-4D95-B45E-0D5AE148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DEMO RESULT</a:t>
            </a:r>
          </a:p>
        </p:txBody>
      </p:sp>
      <p:sp>
        <p:nvSpPr>
          <p:cNvPr id="5" name="page-47">
            <a:extLst xmlns:a="http://schemas.openxmlformats.org/drawingml/2006/main">
              <a:ext uri="{FF2B5EF4-FFF2-40B4-BE49-F238E27FC236}">
                <a16:creationId xmlns:a16="http://schemas.microsoft.com/office/drawing/2014/main" id="{E4B66568-B520-4070-921C-F0EC8687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  <p:pic>
        <p:nvPicPr>
          <p:cNvPr id="116" name="그림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4d882e9924214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117" name="그림 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cf69621364456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47">
            <a:extLst xmlns:a="http://schemas.openxmlformats.org/drawingml/2006/main">
              <a:ext uri="{FF2B5EF4-FFF2-40B4-BE49-F238E27FC236}">
                <a16:creationId xmlns:a16="http://schemas.microsoft.com/office/drawing/2014/main" id="{85C3EC65-102E-44B8-90A7-9CDFAE54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시연 영상</a:t>
            </a:r>
          </a:p>
        </p:txBody>
      </p:sp>
      <p:sp>
        <p:nvSpPr>
          <p:cNvPr id="9" name="sub-47">
            <a:extLst xmlns:a="http://schemas.openxmlformats.org/drawingml/2006/main">
              <a:ext uri="{FF2B5EF4-FFF2-40B4-BE49-F238E27FC236}">
                <a16:creationId xmlns:a16="http://schemas.microsoft.com/office/drawing/2014/main" id="{EF158E1F-451D-4BC8-A4C8-C07B4EB6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에이전트 구성·실행·승인·스킬 생성 전 과정</a:t>
            </a:r>
          </a:p>
        </p:txBody>
      </p:sp>
      <p:sp>
        <p:nvSpPr>
          <p:cNvPr id="10" name="demo-frame-47">
            <a:extLst xmlns:a="http://schemas.openxmlformats.org/drawingml/2006/main">
              <a:ext uri="{FF2B5EF4-FFF2-40B4-BE49-F238E27FC236}">
                <a16:creationId xmlns:a16="http://schemas.microsoft.com/office/drawing/2014/main" id="{3498FE8A-2A9C-4136-91B4-0CE9EA99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9525">
            <a:solidFill>
              <a:srgbClr val="BAC8D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play-47">
            <a:extLst xmlns:a="http://schemas.openxmlformats.org/drawingml/2006/main">
              <a:ext uri="{FF2B5EF4-FFF2-40B4-BE49-F238E27FC236}">
                <a16:creationId xmlns:a16="http://schemas.microsoft.com/office/drawing/2014/main" id="{D257E23A-EB77-4284-AB45-88FCE63A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57550"/>
            <a:ext cx="1295400" cy="12954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lay-icon-47">
            <a:extLst xmlns:a="http://schemas.openxmlformats.org/drawingml/2006/main">
              <a:ext uri="{FF2B5EF4-FFF2-40B4-BE49-F238E27FC236}">
                <a16:creationId xmlns:a16="http://schemas.microsoft.com/office/drawing/2014/main" id="{206774CB-1426-4D45-88B8-B4788459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571875"/>
            <a:ext cx="685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6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13" name="demo-label-47">
            <a:extLst xmlns:a="http://schemas.openxmlformats.org/drawingml/2006/main">
              <a:ext uri="{FF2B5EF4-FFF2-40B4-BE49-F238E27FC236}">
                <a16:creationId xmlns:a16="http://schemas.microsoft.com/office/drawing/2014/main" id="{B84CF231-08D9-413B-980A-751F0FE2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DEMO VIDEO</a:t>
            </a:r>
          </a:p>
        </p:txBody>
      </p:sp>
      <p:sp>
        <p:nvSpPr>
          <p:cNvPr id="14" name="demo-meta-47">
            <a:extLst xmlns:a="http://schemas.openxmlformats.org/drawingml/2006/main">
              <a:ext uri="{FF2B5EF4-FFF2-40B4-BE49-F238E27FC236}">
                <a16:creationId xmlns:a16="http://schemas.microsoft.com/office/drawing/2014/main" id="{E19D2B00-4805-4481-82A5-EA967D1E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10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에이전트 구성 · 실행 · 승인 · 스킬 생성</a:t>
            </a:r>
          </a:p>
        </p:txBody>
      </p:sp>
    </p:spTree>
    <p:extLst>
      <p:ext uri="{BB962C8B-B14F-4D97-AF65-F5344CB8AC3E}">
        <p14:creationId xmlns:p14="http://schemas.microsoft.com/office/powerpoint/2010/main" val="84585872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accent-48">
            <a:extLst xmlns:a="http://schemas.openxmlformats.org/drawingml/2006/main">
              <a:ext uri="{FF2B5EF4-FFF2-40B4-BE49-F238E27FC236}">
                <a16:creationId xmlns:a16="http://schemas.microsoft.com/office/drawing/2014/main" id="{5EC1D7F5-6D1B-47CB-8067-65DA3858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705" name="top-rule-48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48">
            <a:extLst xmlns:a="http://schemas.openxmlformats.org/drawingml/2006/main">
              <a:ext uri="{FF2B5EF4-FFF2-40B4-BE49-F238E27FC236}">
                <a16:creationId xmlns:a16="http://schemas.microsoft.com/office/drawing/2014/main" id="{F70F43B7-30BB-4B80-8BF4-E8957A17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48">
            <a:extLst xmlns:a="http://schemas.openxmlformats.org/drawingml/2006/main">
              <a:ext uri="{FF2B5EF4-FFF2-40B4-BE49-F238E27FC236}">
                <a16:creationId xmlns:a16="http://schemas.microsoft.com/office/drawing/2014/main" id="{F6E33A61-F325-4D2F-9EE4-944B7994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EVALUATION PLAN</a:t>
            </a:r>
          </a:p>
        </p:txBody>
      </p:sp>
      <p:sp>
        <p:nvSpPr>
          <p:cNvPr id="5" name="page-48">
            <a:extLst xmlns:a="http://schemas.openxmlformats.org/drawingml/2006/main">
              <a:ext uri="{FF2B5EF4-FFF2-40B4-BE49-F238E27FC236}">
                <a16:creationId xmlns:a16="http://schemas.microsoft.com/office/drawing/2014/main" id="{6254902E-3845-4E00-B6CD-22FD0373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  <p:pic>
        <p:nvPicPr>
          <p:cNvPr id="709" name="그림 5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095932a674fdd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710" name="그림 5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3de92d86f4248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48">
            <a:extLst xmlns:a="http://schemas.openxmlformats.org/drawingml/2006/main">
              <a:ext uri="{FF2B5EF4-FFF2-40B4-BE49-F238E27FC236}">
                <a16:creationId xmlns:a16="http://schemas.microsoft.com/office/drawing/2014/main" id="{91904ADD-D151-4D17-9826-B22CD8A3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평가 체계와 현재 측정 범위</a:t>
            </a:r>
          </a:p>
        </p:txBody>
      </p:sp>
      <p:sp>
        <p:nvSpPr>
          <p:cNvPr id="9" name="sub-48">
            <a:extLst xmlns:a="http://schemas.openxmlformats.org/drawingml/2006/main">
              <a:ext uri="{FF2B5EF4-FFF2-40B4-BE49-F238E27FC236}">
                <a16:creationId xmlns:a16="http://schemas.microsoft.com/office/drawing/2014/main" id="{785B425C-7E3C-4E04-8B02-FDE888D5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정식 DEV 기준선·튜닝용 감사 세트·미측정 영역을 분리</a:t>
            </a:r>
          </a:p>
        </p:txBody>
      </p:sp>
      <p:cxnSp>
        <p:nvCxnSpPr>
          <p:cNvPr id="713" name="head-48"/>
          <p:cNvCxnSpPr/>
          <p:nvPr/>
        </p:nvCxnSpPr>
        <p:spPr>
          <a:xfrm xmlns:a="http://schemas.openxmlformats.org/drawingml/2006/main">
            <a:off x="571500" y="23050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A1020"/>
            </a:solidFill>
            <a:prstDash val="solid"/>
          </a:ln>
        </p:spPr>
      </p:cxnSp>
      <p:sp>
        <p:nvSpPr>
          <p:cNvPr id="11" name="headtxt-48-0">
            <a:extLst xmlns:a="http://schemas.openxmlformats.org/drawingml/2006/main">
              <a:ext uri="{FF2B5EF4-FFF2-40B4-BE49-F238E27FC236}">
                <a16:creationId xmlns:a16="http://schemas.microsoft.com/office/drawing/2014/main" id="{85C477C5-A693-489F-84AC-E4536223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평가 축</a:t>
            </a:r>
          </a:p>
        </p:txBody>
      </p:sp>
      <p:sp>
        <p:nvSpPr>
          <p:cNvPr id="12" name="headtxt-48-1">
            <a:extLst xmlns:a="http://schemas.openxmlformats.org/drawingml/2006/main">
              <a:ext uri="{FF2B5EF4-FFF2-40B4-BE49-F238E27FC236}">
                <a16:creationId xmlns:a16="http://schemas.microsoft.com/office/drawing/2014/main" id="{E572ED67-CA8F-4CF1-8A16-FFA53224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050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코드에 구현된 측정 기반</a:t>
            </a:r>
          </a:p>
        </p:txBody>
      </p:sp>
      <p:sp>
        <p:nvSpPr>
          <p:cNvPr id="13" name="headtxt-48-2">
            <a:extLst xmlns:a="http://schemas.openxmlformats.org/drawingml/2006/main">
              <a:ext uri="{FF2B5EF4-FFF2-40B4-BE49-F238E27FC236}">
                <a16:creationId xmlns:a16="http://schemas.microsoft.com/office/drawing/2014/main" id="{93BFDC97-D340-4DF4-A4B8-E43D7228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현재 상태</a:t>
            </a:r>
          </a:p>
        </p:txBody>
      </p:sp>
      <p:cxnSp>
        <p:nvCxnSpPr>
          <p:cNvPr id="717" name="mrow-48-0"/>
          <p:cNvCxnSpPr/>
          <p:nvPr/>
        </p:nvCxnSpPr>
        <p:spPr>
          <a:xfrm xmlns:a="http://schemas.openxmlformats.org/drawingml/2006/main">
            <a:off x="571500" y="30861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5" name="mc0-48-0">
            <a:extLst xmlns:a="http://schemas.openxmlformats.org/drawingml/2006/main">
              <a:ext uri="{FF2B5EF4-FFF2-40B4-BE49-F238E27FC236}">
                <a16:creationId xmlns:a16="http://schemas.microsoft.com/office/drawing/2014/main" id="{54BF5D32-04DE-4751-88D5-DEDD9C3E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검색 품질</a:t>
            </a:r>
          </a:p>
        </p:txBody>
      </p:sp>
      <p:sp>
        <p:nvSpPr>
          <p:cNvPr id="16" name="mc1-48-0">
            <a:extLst xmlns:a="http://schemas.openxmlformats.org/drawingml/2006/main">
              <a:ext uri="{FF2B5EF4-FFF2-40B4-BE49-F238E27FC236}">
                <a16:creationId xmlns:a16="http://schemas.microsoft.com/office/drawing/2014/main" id="{9F3F230C-4E57-4016-AE95-4D43569C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8문서·294청크·37질의 · Recall@1/5/10·MRR·앵커</a:t>
            </a:r>
          </a:p>
        </p:txBody>
      </p:sp>
      <p:sp>
        <p:nvSpPr>
          <p:cNvPr id="17" name="mc2-48-0">
            <a:extLst xmlns:a="http://schemas.openxmlformats.org/drawingml/2006/main">
              <a:ext uri="{FF2B5EF4-FFF2-40B4-BE49-F238E27FC236}">
                <a16:creationId xmlns:a16="http://schemas.microsoft.com/office/drawing/2014/main" id="{07E894A5-F5B2-442F-891C-DC23882F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8A4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8A48"/>
                </a:solidFill>
                <a:latin typeface="Pretendard"/>
                <a:ea typeface="Pretendard"/>
                <a:cs typeface="Pretendard"/>
              </a:rPr>
              <a:t>정식 DEV 기준선</a:t>
            </a:r>
          </a:p>
        </p:txBody>
      </p:sp>
      <p:cxnSp>
        <p:nvCxnSpPr>
          <p:cNvPr id="721" name="mrow-48-1"/>
          <p:cNvCxnSpPr/>
          <p:nvPr/>
        </p:nvCxnSpPr>
        <p:spPr>
          <a:xfrm xmlns:a="http://schemas.openxmlformats.org/drawingml/2006/main">
            <a:off x="571500" y="38671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19" name="mc0-48-1">
            <a:extLst xmlns:a="http://schemas.openxmlformats.org/drawingml/2006/main">
              <a:ext uri="{FF2B5EF4-FFF2-40B4-BE49-F238E27FC236}">
                <a16:creationId xmlns:a16="http://schemas.microsoft.com/office/drawing/2014/main" id="{5D1E1FD7-48B3-4FBD-9586-5213A1FF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956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Hybrid 튜닝</a:t>
            </a:r>
          </a:p>
        </p:txBody>
      </p:sp>
      <p:sp>
        <p:nvSpPr>
          <p:cNvPr id="20" name="mc1-48-1">
            <a:extLst xmlns:a="http://schemas.openxmlformats.org/drawingml/2006/main">
              <a:ext uri="{FF2B5EF4-FFF2-40B4-BE49-F238E27FC236}">
                <a16:creationId xmlns:a16="http://schemas.microsoft.com/office/drawing/2014/main" id="{6383DD16-379C-48DB-86A6-BE05A38A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14질의 legacy · vector/lexical 가중치 0.5/0.5</a:t>
            </a:r>
          </a:p>
        </p:txBody>
      </p:sp>
      <p:sp>
        <p:nvSpPr>
          <p:cNvPr id="21" name="mc2-48-1">
            <a:extLst xmlns:a="http://schemas.openxmlformats.org/drawingml/2006/main">
              <a:ext uri="{FF2B5EF4-FFF2-40B4-BE49-F238E27FC236}">
                <a16:creationId xmlns:a16="http://schemas.microsoft.com/office/drawing/2014/main" id="{8803EFCC-14AA-4514-BB87-357F0C19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8A4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8A48"/>
                </a:solidFill>
                <a:latin typeface="Pretendard"/>
                <a:ea typeface="Pretendard"/>
                <a:cs typeface="Pretendard"/>
              </a:rPr>
              <a:t>가중치 감사 세트</a:t>
            </a:r>
          </a:p>
        </p:txBody>
      </p:sp>
      <p:cxnSp>
        <p:nvCxnSpPr>
          <p:cNvPr id="725" name="mrow-48-2"/>
          <p:cNvCxnSpPr/>
          <p:nvPr/>
        </p:nvCxnSpPr>
        <p:spPr>
          <a:xfrm xmlns:a="http://schemas.openxmlformats.org/drawingml/2006/main">
            <a:off x="571500" y="464820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3" name="mc0-48-2">
            <a:extLst xmlns:a="http://schemas.openxmlformats.org/drawingml/2006/main">
              <a:ext uri="{FF2B5EF4-FFF2-40B4-BE49-F238E27FC236}">
                <a16:creationId xmlns:a16="http://schemas.microsoft.com/office/drawing/2014/main" id="{5178AFA0-63D8-4AC1-9388-C931577E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Agent 실행</a:t>
            </a:r>
          </a:p>
        </p:txBody>
      </p:sp>
      <p:sp>
        <p:nvSpPr>
          <p:cNvPr id="24" name="mc1-48-2">
            <a:extLst xmlns:a="http://schemas.openxmlformats.org/drawingml/2006/main">
              <a:ext uri="{FF2B5EF4-FFF2-40B4-BE49-F238E27FC236}">
                <a16:creationId xmlns:a16="http://schemas.microsoft.com/office/drawing/2014/main" id="{7BBA5A8B-CE0F-4B50-A7FD-5C72D2A1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386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10개 variant·36회 · deterministic checker + LLM Judge</a:t>
            </a:r>
          </a:p>
        </p:txBody>
      </p:sp>
      <p:sp>
        <p:nvSpPr>
          <p:cNvPr id="25" name="mc2-48-2">
            <a:extLst xmlns:a="http://schemas.openxmlformats.org/drawingml/2006/main">
              <a:ext uri="{FF2B5EF4-FFF2-40B4-BE49-F238E27FC236}">
                <a16:creationId xmlns:a16="http://schemas.microsoft.com/office/drawing/2014/main" id="{8D90C92D-B6F5-4C67-BFB2-E62CD638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8A4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8A48"/>
                </a:solidFill>
                <a:latin typeface="Pretendard"/>
                <a:ea typeface="Pretendard"/>
                <a:cs typeface="Pretendard"/>
              </a:rPr>
              <a:t>Core DEV 완료</a:t>
            </a:r>
          </a:p>
        </p:txBody>
      </p:sp>
      <p:cxnSp>
        <p:nvCxnSpPr>
          <p:cNvPr id="729" name="mrow-48-3"/>
          <p:cNvCxnSpPr/>
          <p:nvPr/>
        </p:nvCxnSpPr>
        <p:spPr>
          <a:xfrm xmlns:a="http://schemas.openxmlformats.org/drawingml/2006/main">
            <a:off x="571500" y="54292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27" name="mc0-48-3">
            <a:extLst xmlns:a="http://schemas.openxmlformats.org/drawingml/2006/main">
              <a:ext uri="{FF2B5EF4-FFF2-40B4-BE49-F238E27FC236}">
                <a16:creationId xmlns:a16="http://schemas.microsoft.com/office/drawing/2014/main" id="{6C37A072-41B6-4A81-8EF6-717C2691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남은 검증</a:t>
            </a:r>
          </a:p>
        </p:txBody>
      </p:sp>
      <p:sp>
        <p:nvSpPr>
          <p:cNvPr id="28" name="mc1-48-3">
            <a:extLst xmlns:a="http://schemas.openxmlformats.org/drawingml/2006/main">
              <a:ext uri="{FF2B5EF4-FFF2-40B4-BE49-F238E27FC236}">
                <a16:creationId xmlns:a16="http://schemas.microsoft.com/office/drawing/2014/main" id="{635C0E37-7965-48C1-ADB3-D019507C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Task 추출 · Holdout · TTFT·비용·부하 · RunPod E2E</a:t>
            </a:r>
          </a:p>
        </p:txBody>
      </p:sp>
      <p:sp>
        <p:nvSpPr>
          <p:cNvPr id="29" name="mc2-48-3">
            <a:extLst xmlns:a="http://schemas.openxmlformats.org/drawingml/2006/main">
              <a:ext uri="{FF2B5EF4-FFF2-40B4-BE49-F238E27FC236}">
                <a16:creationId xmlns:a16="http://schemas.microsoft.com/office/drawing/2014/main" id="{56DEE498-507D-4C1A-B418-F824E1E5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8A4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8A48"/>
                </a:solidFill>
                <a:latin typeface="Pretendard"/>
                <a:ea typeface="Pretendard"/>
                <a:cs typeface="Pretendard"/>
              </a:rPr>
              <a:t>추가 측정 필요</a:t>
            </a:r>
          </a:p>
        </p:txBody>
      </p:sp>
      <p:sp>
        <p:nvSpPr>
          <p:cNvPr id="30" name="signal-48">
            <a:extLst xmlns:a="http://schemas.openxmlformats.org/drawingml/2006/main">
              <a:ext uri="{FF2B5EF4-FFF2-40B4-BE49-F238E27FC236}">
                <a16:creationId xmlns:a16="http://schemas.microsoft.com/office/drawing/2014/main" id="{78E264CD-5524-4DE8-A8CC-8AA18F52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ignal-label-48">
            <a:extLst xmlns:a="http://schemas.openxmlformats.org/drawingml/2006/main">
              <a:ext uri="{FF2B5EF4-FFF2-40B4-BE49-F238E27FC236}">
                <a16:creationId xmlns:a16="http://schemas.microsoft.com/office/drawing/2014/main" id="{629DC1A7-0295-4225-83C6-618281BD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EVALUATION PLAN</a:t>
            </a:r>
          </a:p>
        </p:txBody>
      </p:sp>
    </p:spTree>
    <p:extLst>
      <p:ext uri="{BB962C8B-B14F-4D97-AF65-F5344CB8AC3E}">
        <p14:creationId xmlns:p14="http://schemas.microsoft.com/office/powerpoint/2010/main" val="203447693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op-accent-49">
            <a:extLst xmlns:a="http://schemas.openxmlformats.org/drawingml/2006/main">
              <a:ext uri="{FF2B5EF4-FFF2-40B4-BE49-F238E27FC236}">
                <a16:creationId xmlns:a16="http://schemas.microsoft.com/office/drawing/2014/main" id="{C79772A9-1109-4D18-B452-F819D881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606" name="top-rule-49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49">
            <a:extLst xmlns:a="http://schemas.openxmlformats.org/drawingml/2006/main">
              <a:ext uri="{FF2B5EF4-FFF2-40B4-BE49-F238E27FC236}">
                <a16:creationId xmlns:a16="http://schemas.microsoft.com/office/drawing/2014/main" id="{C6C2C913-3FEB-41AF-ABDB-3E8DECC6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49">
            <a:extLst xmlns:a="http://schemas.openxmlformats.org/drawingml/2006/main">
              <a:ext uri="{FF2B5EF4-FFF2-40B4-BE49-F238E27FC236}">
                <a16:creationId xmlns:a16="http://schemas.microsoft.com/office/drawing/2014/main" id="{B027DF4F-126A-4F05-9352-9D2D51A3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EVALUATION RESULT</a:t>
            </a:r>
          </a:p>
        </p:txBody>
      </p:sp>
      <p:sp>
        <p:nvSpPr>
          <p:cNvPr id="5" name="page-49">
            <a:extLst xmlns:a="http://schemas.openxmlformats.org/drawingml/2006/main">
              <a:ext uri="{FF2B5EF4-FFF2-40B4-BE49-F238E27FC236}">
                <a16:creationId xmlns:a16="http://schemas.microsoft.com/office/drawing/2014/main" id="{C9302A48-772C-41B4-8EB7-FA868FE7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  <p:pic>
        <p:nvPicPr>
          <p:cNvPr id="610" name="그림 4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d7f74386a464c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611" name="그림 4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96ef0e4184175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49">
            <a:extLst xmlns:a="http://schemas.openxmlformats.org/drawingml/2006/main">
              <a:ext uri="{FF2B5EF4-FFF2-40B4-BE49-F238E27FC236}">
                <a16:creationId xmlns:a16="http://schemas.microsoft.com/office/drawing/2014/main" id="{E34F56B6-105F-4C5E-881E-CA155261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정량 평가 기준선</a:t>
            </a:r>
          </a:p>
        </p:txBody>
      </p:sp>
      <p:sp>
        <p:nvSpPr>
          <p:cNvPr id="9" name="sub-49">
            <a:extLst xmlns:a="http://schemas.openxmlformats.org/drawingml/2006/main">
              <a:ext uri="{FF2B5EF4-FFF2-40B4-BE49-F238E27FC236}">
                <a16:creationId xmlns:a16="http://schemas.microsoft.com/office/drawing/2014/main" id="{637D6999-37E5-4E4D-A60C-56EF435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검색 37질의 정식 DEV와 Agent Core DEV 36회</a:t>
            </a:r>
          </a:p>
        </p:txBody>
      </p:sp>
      <p:sp>
        <p:nvSpPr>
          <p:cNvPr id="10" name="metric-frame-0">
            <a:extLst xmlns:a="http://schemas.openxmlformats.org/drawingml/2006/main">
              <a:ext uri="{FF2B5EF4-FFF2-40B4-BE49-F238E27FC236}">
                <a16:creationId xmlns:a16="http://schemas.microsoft.com/office/drawing/2014/main" id="{5F7BBC3D-73CB-4CEF-A246-6E75207A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53340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metric-title-0">
            <a:extLst xmlns:a="http://schemas.openxmlformats.org/drawingml/2006/main">
              <a:ext uri="{FF2B5EF4-FFF2-40B4-BE49-F238E27FC236}">
                <a16:creationId xmlns:a16="http://schemas.microsoft.com/office/drawing/2014/main" id="{6AFCFD95-1AB8-473F-8B08-C882AA30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문서 검색 DEV</a:t>
            </a:r>
          </a:p>
        </p:txBody>
      </p:sp>
      <p:sp>
        <p:nvSpPr>
          <p:cNvPr id="12" name="metric-sub-0">
            <a:extLst xmlns:a="http://schemas.openxmlformats.org/drawingml/2006/main">
              <a:ext uri="{FF2B5EF4-FFF2-40B4-BE49-F238E27FC236}">
                <a16:creationId xmlns:a16="http://schemas.microsoft.com/office/drawing/2014/main" id="{74DCDFC5-E86D-4D22-8C33-25F3EB6C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8문서 · 294청크 · 37질의</a:t>
            </a:r>
          </a:p>
        </p:txBody>
      </p:sp>
      <p:cxnSp>
        <p:nvCxnSpPr>
          <p:cNvPr id="617" name="metric-x-0"/>
          <p:cNvCxnSpPr/>
          <p:nvPr/>
        </p:nvCxnSpPr>
        <p:spPr>
          <a:xfrm xmlns:a="http://schemas.openxmlformats.org/drawingml/2006/main">
            <a:off x="1219200" y="4572000"/>
            <a:ext cx="424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EE8"/>
            </a:solidFill>
            <a:prstDash val="solid"/>
          </a:ln>
        </p:spPr>
      </p:cxnSp>
      <p:cxnSp>
        <p:nvCxnSpPr>
          <p:cNvPr id="618" name="metric-y-0"/>
          <p:cNvCxnSpPr/>
          <p:nvPr/>
        </p:nvCxnSpPr>
        <p:spPr>
          <a:xfrm xmlns:a="http://schemas.openxmlformats.org/drawingml/2006/main">
            <a:off x="1219200" y="337185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EE8"/>
            </a:solidFill>
            <a:prstDash val="solid"/>
          </a:ln>
        </p:spPr>
      </p:cxnSp>
      <p:sp>
        <p:nvSpPr>
          <p:cNvPr id="15" name="metric-empty-0">
            <a:extLst xmlns:a="http://schemas.openxmlformats.org/drawingml/2006/main">
              <a:ext uri="{FF2B5EF4-FFF2-40B4-BE49-F238E27FC236}">
                <a16:creationId xmlns:a16="http://schemas.microsoft.com/office/drawing/2014/main" id="{F52FF363-D2BD-4C9E-88F6-06FCAA03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14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R@5 94.6% · R@10 97.3%</a:t>
            </a:r>
          </a:p>
        </p:txBody>
      </p:sp>
      <p:sp>
        <p:nvSpPr>
          <p:cNvPr id="16" name="metric-placeholder-0">
            <a:extLst xmlns:a="http://schemas.openxmlformats.org/drawingml/2006/main">
              <a:ext uri="{FF2B5EF4-FFF2-40B4-BE49-F238E27FC236}">
                <a16:creationId xmlns:a16="http://schemas.microsoft.com/office/drawing/2014/main" id="{312CAC80-5A34-4ACE-A3B4-48D3BDDD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14600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C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etric-placeholder-t-0">
            <a:extLst xmlns:a="http://schemas.openxmlformats.org/drawingml/2006/main">
              <a:ext uri="{FF2B5EF4-FFF2-40B4-BE49-F238E27FC236}">
                <a16:creationId xmlns:a16="http://schemas.microsoft.com/office/drawing/2014/main" id="{3AE42C5E-307D-4696-A3E4-5BE8FC06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908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MRR 0.743</a:t>
            </a:r>
          </a:p>
        </p:txBody>
      </p:sp>
      <p:sp>
        <p:nvSpPr>
          <p:cNvPr id="18" name="metric-frame-1">
            <a:extLst xmlns:a="http://schemas.openxmlformats.org/drawingml/2006/main">
              <a:ext uri="{FF2B5EF4-FFF2-40B4-BE49-F238E27FC236}">
                <a16:creationId xmlns:a16="http://schemas.microsoft.com/office/drawing/2014/main" id="{D841AABD-BDF7-4C2D-A2E3-79C90CAA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533400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metric-title-1">
            <a:extLst xmlns:a="http://schemas.openxmlformats.org/drawingml/2006/main">
              <a:ext uri="{FF2B5EF4-FFF2-40B4-BE49-F238E27FC236}">
                <a16:creationId xmlns:a16="http://schemas.microsoft.com/office/drawing/2014/main" id="{311DEF70-0E61-4FEF-B4E8-21EC1FF1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Agent Core DEV</a:t>
            </a:r>
          </a:p>
        </p:txBody>
      </p:sp>
      <p:sp>
        <p:nvSpPr>
          <p:cNvPr id="20" name="metric-sub-1">
            <a:extLst xmlns:a="http://schemas.openxmlformats.org/drawingml/2006/main">
              <a:ext uri="{FF2B5EF4-FFF2-40B4-BE49-F238E27FC236}">
                <a16:creationId xmlns:a16="http://schemas.microsoft.com/office/drawing/2014/main" id="{A5DF7D4B-1D88-4CEC-9225-F33CD8EF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10개 variant · 36 valid runs</a:t>
            </a:r>
          </a:p>
        </p:txBody>
      </p:sp>
      <p:cxnSp>
        <p:nvCxnSpPr>
          <p:cNvPr id="625" name="metric-x-1"/>
          <p:cNvCxnSpPr/>
          <p:nvPr/>
        </p:nvCxnSpPr>
        <p:spPr>
          <a:xfrm xmlns:a="http://schemas.openxmlformats.org/drawingml/2006/main">
            <a:off x="6819900" y="4572000"/>
            <a:ext cx="424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EE8"/>
            </a:solidFill>
            <a:prstDash val="solid"/>
          </a:ln>
        </p:spPr>
      </p:cxnSp>
      <p:cxnSp>
        <p:nvCxnSpPr>
          <p:cNvPr id="626" name="metric-y-1"/>
          <p:cNvCxnSpPr/>
          <p:nvPr/>
        </p:nvCxnSpPr>
        <p:spPr>
          <a:xfrm xmlns:a="http://schemas.openxmlformats.org/drawingml/2006/main">
            <a:off x="6819900" y="337185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EE8"/>
            </a:solidFill>
            <a:prstDash val="solid"/>
          </a:ln>
        </p:spPr>
      </p:cxnSp>
      <p:sp>
        <p:nvSpPr>
          <p:cNvPr id="23" name="metric-empty-1">
            <a:extLst xmlns:a="http://schemas.openxmlformats.org/drawingml/2006/main">
              <a:ext uri="{FF2B5EF4-FFF2-40B4-BE49-F238E27FC236}">
                <a16:creationId xmlns:a16="http://schemas.microsoft.com/office/drawing/2014/main" id="{B39C1307-0974-48EA-9A8F-E0DE428F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32 / 36 PASS · 88.9%</a:t>
            </a:r>
          </a:p>
        </p:txBody>
      </p:sp>
      <p:sp>
        <p:nvSpPr>
          <p:cNvPr id="24" name="metric-placeholder-1">
            <a:extLst xmlns:a="http://schemas.openxmlformats.org/drawingml/2006/main">
              <a:ext uri="{FF2B5EF4-FFF2-40B4-BE49-F238E27FC236}">
                <a16:creationId xmlns:a16="http://schemas.microsoft.com/office/drawing/2014/main" id="{56FFF8F2-911A-40C4-9082-EF51BF87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1600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C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metric-placeholder-t-1">
            <a:extLst xmlns:a="http://schemas.openxmlformats.org/drawingml/2006/main">
              <a:ext uri="{FF2B5EF4-FFF2-40B4-BE49-F238E27FC236}">
                <a16:creationId xmlns:a16="http://schemas.microsoft.com/office/drawing/2014/main" id="{B504DE5E-A657-41E3-B143-9F943F9A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90800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MACRO 86.7%</a:t>
            </a:r>
          </a:p>
        </p:txBody>
      </p:sp>
      <p:sp>
        <p:nvSpPr>
          <p:cNvPr id="26" name="metrics-note">
            <a:extLst xmlns:a="http://schemas.openxmlformats.org/drawingml/2006/main">
              <a:ext uri="{FF2B5EF4-FFF2-40B4-BE49-F238E27FC236}">
                <a16:creationId xmlns:a16="http://schemas.microsoft.com/office/drawing/2014/main" id="{3E67236A-E345-4421-9FC3-0A32B923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67350"/>
            <a:ext cx="773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8A48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8A48"/>
                </a:solidFill>
                <a:latin typeface="Pretendard"/>
                <a:ea typeface="Pretendard"/>
                <a:cs typeface="Pretendard"/>
              </a:rPr>
              <a:t>검색 앵커 정착률 100% · Agent 실패 S01 3건·S06 1건 · HOLDOUT 미실행</a:t>
            </a:r>
          </a:p>
        </p:txBody>
      </p:sp>
      <p:sp>
        <p:nvSpPr>
          <p:cNvPr id="27" name="signal-49">
            <a:extLst xmlns:a="http://schemas.openxmlformats.org/drawingml/2006/main">
              <a:ext uri="{FF2B5EF4-FFF2-40B4-BE49-F238E27FC236}">
                <a16:creationId xmlns:a16="http://schemas.microsoft.com/office/drawing/2014/main" id="{D4530CE4-0EEF-462A-AE44-51439C08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ignal-label-49">
            <a:extLst xmlns:a="http://schemas.openxmlformats.org/drawingml/2006/main">
              <a:ext uri="{FF2B5EF4-FFF2-40B4-BE49-F238E27FC236}">
                <a16:creationId xmlns:a16="http://schemas.microsoft.com/office/drawing/2014/main" id="{D7D52778-D053-4C8B-A315-6019F555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EVALUATION RESULT</a:t>
            </a:r>
          </a:p>
        </p:txBody>
      </p:sp>
    </p:spTree>
    <p:extLst>
      <p:ext uri="{BB962C8B-B14F-4D97-AF65-F5344CB8AC3E}">
        <p14:creationId xmlns:p14="http://schemas.microsoft.com/office/powerpoint/2010/main" val="28172408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-50">
            <a:extLst xmlns:a="http://schemas.openxmlformats.org/drawingml/2006/main">
              <a:ext uri="{FF2B5EF4-FFF2-40B4-BE49-F238E27FC236}">
                <a16:creationId xmlns:a16="http://schemas.microsoft.com/office/drawing/2014/main" id="{F2A41AEA-ACFC-4683-BDF5-F1D6C88F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136" name="top-rule-50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50">
            <a:extLst xmlns:a="http://schemas.openxmlformats.org/drawingml/2006/main">
              <a:ext uri="{FF2B5EF4-FFF2-40B4-BE49-F238E27FC236}">
                <a16:creationId xmlns:a16="http://schemas.microsoft.com/office/drawing/2014/main" id="{95B6887E-DBC6-4072-B501-B2787D32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04 프로젝트 수행 결과</a:t>
            </a:r>
          </a:p>
        </p:txBody>
      </p:sp>
      <p:sp>
        <p:nvSpPr>
          <p:cNvPr id="4" name="section-50">
            <a:extLst xmlns:a="http://schemas.openxmlformats.org/drawingml/2006/main">
              <a:ext uri="{FF2B5EF4-FFF2-40B4-BE49-F238E27FC236}">
                <a16:creationId xmlns:a16="http://schemas.microsoft.com/office/drawing/2014/main" id="{295BCD0A-7CC5-46B6-BFA6-EF503F16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PRODUCT EVIDENCE</a:t>
            </a:r>
          </a:p>
        </p:txBody>
      </p:sp>
      <p:sp>
        <p:nvSpPr>
          <p:cNvPr id="5" name="page-50">
            <a:extLst xmlns:a="http://schemas.openxmlformats.org/drawingml/2006/main">
              <a:ext uri="{FF2B5EF4-FFF2-40B4-BE49-F238E27FC236}">
                <a16:creationId xmlns:a16="http://schemas.microsoft.com/office/drawing/2014/main" id="{C51CA843-596E-494D-A7B9-E118D00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  <p:pic>
        <p:nvPicPr>
          <p:cNvPr id="140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b7a9100774608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141" name="그림 1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2ae21ad174fe0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50">
            <a:extLst xmlns:a="http://schemas.openxmlformats.org/drawingml/2006/main">
              <a:ext uri="{FF2B5EF4-FFF2-40B4-BE49-F238E27FC236}">
                <a16:creationId xmlns:a16="http://schemas.microsoft.com/office/drawing/2014/main" id="{628BF923-F024-4CA9-B20E-FD01E706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승인 게이트 동작 화면</a:t>
            </a:r>
          </a:p>
        </p:txBody>
      </p:sp>
      <p:sp>
        <p:nvSpPr>
          <p:cNvPr id="9" name="image-frame-50">
            <a:extLst xmlns:a="http://schemas.openxmlformats.org/drawingml/2006/main">
              <a:ext uri="{FF2B5EF4-FFF2-40B4-BE49-F238E27FC236}">
                <a16:creationId xmlns:a16="http://schemas.microsoft.com/office/drawing/2014/main" id="{7F98F3DA-730B-4F3D-93A1-3202214B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19300"/>
            <a:ext cx="66294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7D1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mage-copy-50">
            <a:extLst xmlns:a="http://schemas.openxmlformats.org/drawingml/2006/main">
              <a:ext uri="{FF2B5EF4-FFF2-40B4-BE49-F238E27FC236}">
                <a16:creationId xmlns:a16="http://schemas.microsoft.com/office/drawing/2014/main" id="{4BA9DDC5-6BB4-4403-8381-59196F6B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371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승인 완료 전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쓰기 도구 실행 차단</a:t>
            </a:r>
          </a:p>
        </p:txBody>
      </p:sp>
      <p:sp>
        <p:nvSpPr>
          <p:cNvPr id="12" name="image-detail-50">
            <a:extLst xmlns:a="http://schemas.openxmlformats.org/drawingml/2006/main">
              <a:ext uri="{FF2B5EF4-FFF2-40B4-BE49-F238E27FC236}">
                <a16:creationId xmlns:a16="http://schemas.microsoft.com/office/drawing/2014/main" id="{5F315C2D-7E94-44AE-8A26-1E1EE0DA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동일 요청의 승인 전·후 상태를 실제 UI로 비교</a:t>
            </a:r>
          </a:p>
        </p:txBody>
      </p:sp>
      <p:sp>
        <p:nvSpPr>
          <p:cNvPr id="13" name="signal-50">
            <a:extLst xmlns:a="http://schemas.openxmlformats.org/drawingml/2006/main">
              <a:ext uri="{FF2B5EF4-FFF2-40B4-BE49-F238E27FC236}">
                <a16:creationId xmlns:a16="http://schemas.microsoft.com/office/drawing/2014/main" id="{323BF31D-1226-47AD-A235-B4EF6C0E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ignal-label-50">
            <a:extLst xmlns:a="http://schemas.openxmlformats.org/drawingml/2006/main">
              <a:ext uri="{FF2B5EF4-FFF2-40B4-BE49-F238E27FC236}">
                <a16:creationId xmlns:a16="http://schemas.microsoft.com/office/drawing/2014/main" id="{9B9F58FF-99A7-4DE5-85BD-C2DF77FC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PRODUCT EVIDENCE</a:t>
            </a:r>
          </a:p>
        </p:txBody>
      </p:sp>
      <p:sp>
        <p:nvSpPr>
          <p:cNvPr id="89" name="capture-frame-50-01">
            <a:extLst xmlns:a="http://schemas.openxmlformats.org/drawingml/2006/main">
              <a:ext uri="{FF2B5EF4-FFF2-40B4-BE49-F238E27FC236}">
                <a16:creationId xmlns:a16="http://schemas.microsoft.com/office/drawing/2014/main" id="{DAE0C229-913E-466D-B1C9-EA3BF48A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4790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0" name="capture-empty-50-01">
            <a:extLst xmlns:a="http://schemas.openxmlformats.org/drawingml/2006/main">
              <a:ext uri="{FF2B5EF4-FFF2-40B4-BE49-F238E27FC236}">
                <a16:creationId xmlns:a16="http://schemas.microsoft.com/office/drawing/2014/main" id="{26D84515-B1FE-4059-B850-AB9C8587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956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1809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718096"/>
                </a:solidFill>
                <a:latin typeface="Pretendard"/>
                <a:ea typeface="Pretendard"/>
                <a:cs typeface="Pretendard"/>
              </a:rPr>
              <a:t>실제 화면 삽입</a:t>
            </a:r>
          </a:p>
        </p:txBody>
      </p:sp>
      <p:sp>
        <p:nvSpPr>
          <p:cNvPr id="91" name="capture-no-50-01">
            <a:extLst xmlns:a="http://schemas.openxmlformats.org/drawingml/2006/main">
              <a:ext uri="{FF2B5EF4-FFF2-40B4-BE49-F238E27FC236}">
                <a16:creationId xmlns:a16="http://schemas.microsoft.com/office/drawing/2014/main" id="{AF81272D-460F-4FE7-BF13-C1F8368A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7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2" name="capture-title-50-01">
            <a:extLst xmlns:a="http://schemas.openxmlformats.org/drawingml/2006/main">
              <a:ext uri="{FF2B5EF4-FFF2-40B4-BE49-F238E27FC236}">
                <a16:creationId xmlns:a16="http://schemas.microsoft.com/office/drawing/2014/main" id="{F2E7869A-D137-4CBF-8277-DD05F9BA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14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승인 요청</a:t>
            </a:r>
          </a:p>
        </p:txBody>
      </p:sp>
      <p:sp>
        <p:nvSpPr>
          <p:cNvPr id="93" name="capture-guide-50-01">
            <a:extLst xmlns:a="http://schemas.openxmlformats.org/drawingml/2006/main">
              <a:ext uri="{FF2B5EF4-FFF2-40B4-BE49-F238E27FC236}">
                <a16:creationId xmlns:a16="http://schemas.microsoft.com/office/drawing/2014/main" id="{5A404C69-E978-42A9-A04A-E017C28D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7675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호출 인자와 승인·수정·거절 선택지가 보이는 화면</a:t>
            </a:r>
          </a:p>
        </p:txBody>
      </p:sp>
      <p:sp>
        <p:nvSpPr>
          <p:cNvPr id="94" name="capture-frame-50-02">
            <a:extLst xmlns:a="http://schemas.openxmlformats.org/drawingml/2006/main">
              <a:ext uri="{FF2B5EF4-FFF2-40B4-BE49-F238E27FC236}">
                <a16:creationId xmlns:a16="http://schemas.microsoft.com/office/drawing/2014/main" id="{09FBDE4D-1E31-44B6-93FA-C3F2A641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29718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capture-empty-50-02">
            <a:extLst xmlns:a="http://schemas.openxmlformats.org/drawingml/2006/main">
              <a:ext uri="{FF2B5EF4-FFF2-40B4-BE49-F238E27FC236}">
                <a16:creationId xmlns:a16="http://schemas.microsoft.com/office/drawing/2014/main" id="{D488C2AB-F152-4C2D-B878-B2DC554D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1809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718096"/>
                </a:solidFill>
                <a:latin typeface="Pretendard"/>
                <a:ea typeface="Pretendard"/>
                <a:cs typeface="Pretendard"/>
              </a:rPr>
              <a:t>실제 화면 삽입</a:t>
            </a:r>
          </a:p>
        </p:txBody>
      </p:sp>
      <p:sp>
        <p:nvSpPr>
          <p:cNvPr id="96" name="capture-no-50-02">
            <a:extLst xmlns:a="http://schemas.openxmlformats.org/drawingml/2006/main">
              <a:ext uri="{FF2B5EF4-FFF2-40B4-BE49-F238E27FC236}">
                <a16:creationId xmlns:a16="http://schemas.microsoft.com/office/drawing/2014/main" id="{CA591A9D-808B-4BBD-BFC8-00D44DD6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97" name="capture-title-50-02">
            <a:extLst xmlns:a="http://schemas.openxmlformats.org/drawingml/2006/main">
              <a:ext uri="{FF2B5EF4-FFF2-40B4-BE49-F238E27FC236}">
                <a16:creationId xmlns:a16="http://schemas.microsoft.com/office/drawing/2014/main" id="{EBC6B482-46E0-4AE6-8ED1-399F6080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실행 재개</a:t>
            </a:r>
          </a:p>
        </p:txBody>
      </p:sp>
      <p:sp>
        <p:nvSpPr>
          <p:cNvPr id="98" name="capture-guide-50-02">
            <a:extLst xmlns:a="http://schemas.openxmlformats.org/drawingml/2006/main">
              <a:ext uri="{FF2B5EF4-FFF2-40B4-BE49-F238E27FC236}">
                <a16:creationId xmlns:a16="http://schemas.microsoft.com/office/drawing/2014/main" id="{85AD1E51-6C65-4B44-9A18-CF3434BF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40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승인 후 도구 결과와 후속 응답이 보이는 화면</a:t>
            </a:r>
          </a:p>
        </p:txBody>
      </p:sp>
    </p:spTree>
    <p:extLst>
      <p:ext uri="{BB962C8B-B14F-4D97-AF65-F5344CB8AC3E}">
        <p14:creationId xmlns:p14="http://schemas.microsoft.com/office/powerpoint/2010/main" val="39436492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E8EE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51">
            <a:extLst xmlns:a="http://schemas.openxmlformats.org/drawingml/2006/main">
              <a:ext uri="{FF2B5EF4-FFF2-40B4-BE49-F238E27FC236}">
                <a16:creationId xmlns:a16="http://schemas.microsoft.com/office/drawing/2014/main" id="{7C892C80-2AFC-4E05-9EFA-8DE0C7F8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accent-51">
            <a:extLst xmlns:a="http://schemas.openxmlformats.org/drawingml/2006/main">
              <a:ext uri="{FF2B5EF4-FFF2-40B4-BE49-F238E27FC236}">
                <a16:creationId xmlns:a16="http://schemas.microsoft.com/office/drawing/2014/main" id="{55496F1A-F520-43FE-B335-D7C0CF00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div-no-51">
            <a:extLst xmlns:a="http://schemas.openxmlformats.org/drawingml/2006/main">
              <a:ext uri="{FF2B5EF4-FFF2-40B4-BE49-F238E27FC236}">
                <a16:creationId xmlns:a16="http://schemas.microsoft.com/office/drawing/2014/main" id="{FEE487DC-49C9-4FE9-A9F5-6FDB985A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66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4" name="div-title-51">
            <a:extLst xmlns:a="http://schemas.openxmlformats.org/drawingml/2006/main">
              <a:ext uri="{FF2B5EF4-FFF2-40B4-BE49-F238E27FC236}">
                <a16:creationId xmlns:a16="http://schemas.microsoft.com/office/drawing/2014/main" id="{86CBFBC1-17D7-48A0-9C34-AE056496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51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자체 평가 의견</a:t>
            </a:r>
          </a:p>
        </p:txBody>
      </p:sp>
      <p:sp>
        <p:nvSpPr>
          <p:cNvPr id="5" name="div-sub-51">
            <a:extLst xmlns:a="http://schemas.openxmlformats.org/drawingml/2006/main">
              <a:ext uri="{FF2B5EF4-FFF2-40B4-BE49-F238E27FC236}">
                <a16:creationId xmlns:a16="http://schemas.microsoft.com/office/drawing/2014/main" id="{A0DFEF4C-E2D8-4312-90CA-84643309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프로젝트 강점 · 현재 한계 · 개선 및 확장 계획</a:t>
            </a:r>
          </a:p>
        </p:txBody>
      </p:sp>
      <p:cxnSp>
        <p:nvCxnSpPr>
          <p:cNvPr id="208" name="div-line-51"/>
          <p:cNvCxnSpPr/>
          <p:nvPr/>
        </p:nvCxnSpPr>
        <p:spPr>
          <a:xfrm xmlns:a="http://schemas.openxmlformats.org/drawingml/2006/main">
            <a:off x="628650" y="53911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C8DB"/>
            </a:solidFill>
            <a:prstDash val="solid"/>
          </a:ln>
        </p:spPr>
      </p:cxnSp>
      <p:sp>
        <p:nvSpPr>
          <p:cNvPr id="7" name="div-key-51">
            <a:extLst xmlns:a="http://schemas.openxmlformats.org/drawingml/2006/main">
              <a:ext uri="{FF2B5EF4-FFF2-40B4-BE49-F238E27FC236}">
                <a16:creationId xmlns:a16="http://schemas.microsoft.com/office/drawing/2014/main" id="{F26F930B-C716-4E56-B99E-B2AB155B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STRENGTH · LIMITATION · NEXT STEP</a:t>
            </a:r>
          </a:p>
        </p:txBody>
      </p:sp>
      <p:sp>
        <p:nvSpPr>
          <p:cNvPr id="8" name="div-page-51">
            <a:extLst xmlns:a="http://schemas.openxmlformats.org/drawingml/2006/main">
              <a:ext uri="{FF2B5EF4-FFF2-40B4-BE49-F238E27FC236}">
                <a16:creationId xmlns:a16="http://schemas.microsoft.com/office/drawing/2014/main" id="{27D71E7A-68EC-4FC6-9202-AE5C02E1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667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  <p:pic>
        <p:nvPicPr>
          <p:cNvPr id="211" name="그림 1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8628f8f4341d6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212" name="그림 1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4c41410ec47cf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90385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-52">
            <a:extLst xmlns:a="http://schemas.openxmlformats.org/drawingml/2006/main">
              <a:ext uri="{FF2B5EF4-FFF2-40B4-BE49-F238E27FC236}">
                <a16:creationId xmlns:a16="http://schemas.microsoft.com/office/drawing/2014/main" id="{98C6B9B8-508B-4B6E-86A8-28072EFA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415" name="top-rule-52"/>
          <p:cNvCxnSpPr/>
          <p:nvPr/>
        </p:nvCxnSpPr>
        <p:spPr>
          <a:xfrm xmlns:a="http://schemas.openxmlformats.org/drawingml/2006/main">
            <a:off x="533400" y="3619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EE8"/>
            </a:solidFill>
            <a:prstDash val="solid"/>
          </a:ln>
        </p:spPr>
      </p:cxnSp>
      <p:sp>
        <p:nvSpPr>
          <p:cNvPr id="3" name="context-52">
            <a:extLst xmlns:a="http://schemas.openxmlformats.org/drawingml/2006/main">
              <a:ext uri="{FF2B5EF4-FFF2-40B4-BE49-F238E27FC236}">
                <a16:creationId xmlns:a16="http://schemas.microsoft.com/office/drawing/2014/main" id="{DFCD32DC-60AF-4399-AAE1-F84CCB61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halil   ·   05 자체 평가 의견</a:t>
            </a:r>
          </a:p>
        </p:txBody>
      </p:sp>
      <p:sp>
        <p:nvSpPr>
          <p:cNvPr id="4" name="section-52">
            <a:extLst xmlns:a="http://schemas.openxmlformats.org/drawingml/2006/main">
              <a:ext uri="{FF2B5EF4-FFF2-40B4-BE49-F238E27FC236}">
                <a16:creationId xmlns:a16="http://schemas.microsoft.com/office/drawing/2014/main" id="{EB716784-422C-4A8A-919D-D0CD2982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57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82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SELF REVIEW</a:t>
            </a:r>
          </a:p>
        </p:txBody>
      </p:sp>
      <p:sp>
        <p:nvSpPr>
          <p:cNvPr id="5" name="page-52">
            <a:extLst xmlns:a="http://schemas.openxmlformats.org/drawingml/2006/main">
              <a:ext uri="{FF2B5EF4-FFF2-40B4-BE49-F238E27FC236}">
                <a16:creationId xmlns:a16="http://schemas.microsoft.com/office/drawing/2014/main" id="{2BBB68D8-B4DA-4CA8-8755-9B5AD181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  <p:pic>
        <p:nvPicPr>
          <p:cNvPr id="419" name="그림 39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2c3580ac84812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420" name="그림 39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7c596e74b4668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  <p:sp>
        <p:nvSpPr>
          <p:cNvPr id="8" name="title-52">
            <a:extLst xmlns:a="http://schemas.openxmlformats.org/drawingml/2006/main">
              <a:ext uri="{FF2B5EF4-FFF2-40B4-BE49-F238E27FC236}">
                <a16:creationId xmlns:a16="http://schemas.microsoft.com/office/drawing/2014/main" id="{8FD22278-439C-4DFA-8D99-8AB4E8D7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0A1020"/>
                </a:solidFill>
                <a:latin typeface="Pretendard"/>
                <a:ea typeface="Pretendard"/>
                <a:cs typeface="Pretendard"/>
              </a:rPr>
              <a:t>자체 평가 의견</a:t>
            </a:r>
          </a:p>
        </p:txBody>
      </p:sp>
      <p:sp>
        <p:nvSpPr>
          <p:cNvPr id="9" name="sub-52">
            <a:extLst xmlns:a="http://schemas.openxmlformats.org/drawingml/2006/main">
              <a:ext uri="{FF2B5EF4-FFF2-40B4-BE49-F238E27FC236}">
                <a16:creationId xmlns:a16="http://schemas.microsoft.com/office/drawing/2014/main" id="{EEBC9E52-8082-4F46-AB44-0A88F5B3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코드 기준 강점 · 한계 · 개선 계획</a:t>
            </a:r>
          </a:p>
        </p:txBody>
      </p:sp>
      <p:sp>
        <p:nvSpPr>
          <p:cNvPr id="22" name="signal-52">
            <a:extLst xmlns:a="http://schemas.openxmlformats.org/drawingml/2006/main">
              <a:ext uri="{FF2B5EF4-FFF2-40B4-BE49-F238E27FC236}">
                <a16:creationId xmlns:a16="http://schemas.microsoft.com/office/drawing/2014/main" id="{1DB40C71-66C2-44C5-A5E2-1E8B23E8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D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ignal-label-52">
            <a:extLst xmlns:a="http://schemas.openxmlformats.org/drawingml/2006/main">
              <a:ext uri="{FF2B5EF4-FFF2-40B4-BE49-F238E27FC236}">
                <a16:creationId xmlns:a16="http://schemas.microsoft.com/office/drawing/2014/main" id="{38EF3B92-9B56-45CE-BB8F-BF3E940E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2007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C7482"/>
                </a:solidFill>
                <a:latin typeface="Pretendard"/>
                <a:ea typeface="Pretendard"/>
                <a:cs typeface="Pretendard"/>
              </a:rPr>
              <a:t>SELF REVIEW</a:t>
            </a:r>
          </a:p>
        </p:txBody>
      </p:sp>
      <p:sp>
        <p:nvSpPr>
          <p:cNvPr id="373" name="s52-0-top">
            <a:extLst xmlns:a="http://schemas.openxmlformats.org/drawingml/2006/main">
              <a:ext uri="{FF2B5EF4-FFF2-40B4-BE49-F238E27FC236}">
                <a16:creationId xmlns:a16="http://schemas.microsoft.com/office/drawing/2014/main" id="{01438062-2E9F-4E38-AD1E-DEE40126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78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4" name="s52-0-label-text">
            <a:extLst xmlns:a="http://schemas.openxmlformats.org/drawingml/2006/main">
              <a:ext uri="{FF2B5EF4-FFF2-40B4-BE49-F238E27FC236}">
                <a16:creationId xmlns:a16="http://schemas.microsoft.com/office/drawing/2014/main" id="{43531866-0530-48A7-A5EB-4A14A638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7845E"/>
                </a:solidFill>
                <a:latin typeface="Pretendard"/>
                <a:ea typeface="Pretendard"/>
                <a:cs typeface="Pretendard"/>
              </a:rPr>
              <a:t>STRENGTH</a:t>
            </a:r>
          </a:p>
        </p:txBody>
      </p:sp>
      <p:sp>
        <p:nvSpPr>
          <p:cNvPr id="375" name="s52-0-title">
            <a:extLst xmlns:a="http://schemas.openxmlformats.org/drawingml/2006/main">
              <a:ext uri="{FF2B5EF4-FFF2-40B4-BE49-F238E27FC236}">
                <a16:creationId xmlns:a16="http://schemas.microsoft.com/office/drawing/2014/main" id="{E0FB0638-6065-4274-B644-6C0B38D3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구현과 측정의 연결</a:t>
            </a:r>
          </a:p>
        </p:txBody>
      </p:sp>
      <p:sp>
        <p:nvSpPr>
          <p:cNvPr id="376" name="s52-0-body">
            <a:extLst xmlns:a="http://schemas.openxmlformats.org/drawingml/2006/main">
              <a:ext uri="{FF2B5EF4-FFF2-40B4-BE49-F238E27FC236}">
                <a16:creationId xmlns:a16="http://schemas.microsoft.com/office/drawing/2014/main" id="{B65B0DCB-A112-42E1-92FE-C7EA55B3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3333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구성·실행·승인·운영을 연결하고 검색 37질의·Agent 36회 기준선 확보</a:t>
            </a:r>
          </a:p>
        </p:txBody>
      </p:sp>
      <p:sp>
        <p:nvSpPr>
          <p:cNvPr id="377" name="s52-1-top">
            <a:extLst xmlns:a="http://schemas.openxmlformats.org/drawingml/2006/main">
              <a:ext uri="{FF2B5EF4-FFF2-40B4-BE49-F238E27FC236}">
                <a16:creationId xmlns:a16="http://schemas.microsoft.com/office/drawing/2014/main" id="{C12ACE4C-B113-4F99-A77B-441C5980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86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8" name="s52-1-label-text">
            <a:extLst xmlns:a="http://schemas.openxmlformats.org/drawingml/2006/main">
              <a:ext uri="{FF2B5EF4-FFF2-40B4-BE49-F238E27FC236}">
                <a16:creationId xmlns:a16="http://schemas.microsoft.com/office/drawing/2014/main" id="{3A3451A4-F006-4D72-9A85-2BD03DBE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88628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D88628"/>
                </a:solidFill>
                <a:latin typeface="Pretendard"/>
                <a:ea typeface="Pretendard"/>
                <a:cs typeface="Pretendard"/>
              </a:rPr>
              <a:t>LIMITATION</a:t>
            </a:r>
          </a:p>
        </p:txBody>
      </p:sp>
      <p:sp>
        <p:nvSpPr>
          <p:cNvPr id="379" name="s52-1-title">
            <a:extLst xmlns:a="http://schemas.openxmlformats.org/drawingml/2006/main">
              <a:ext uri="{FF2B5EF4-FFF2-40B4-BE49-F238E27FC236}">
                <a16:creationId xmlns:a16="http://schemas.microsoft.com/office/drawing/2014/main" id="{51888C01-F6F1-414B-9364-E52B0467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코드 검증과 운영 완료의 간극</a:t>
            </a:r>
          </a:p>
        </p:txBody>
      </p:sp>
      <p:sp>
        <p:nvSpPr>
          <p:cNvPr id="380" name="s52-1-body">
            <a:extLst xmlns:a="http://schemas.openxmlformats.org/drawingml/2006/main">
              <a:ext uri="{FF2B5EF4-FFF2-40B4-BE49-F238E27FC236}">
                <a16:creationId xmlns:a16="http://schemas.microsoft.com/office/drawing/2014/main" id="{676DF651-0339-4E56-B74A-C8B9D758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48050"/>
            <a:ext cx="3333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RunPod E2E·이미지 crop UI·백엔드 전체 회귀·HOLDOUT은 아직 미완료</a:t>
            </a:r>
          </a:p>
        </p:txBody>
      </p:sp>
      <p:sp>
        <p:nvSpPr>
          <p:cNvPr id="381" name="s52-2-top">
            <a:extLst xmlns:a="http://schemas.openxmlformats.org/drawingml/2006/main">
              <a:ext uri="{FF2B5EF4-FFF2-40B4-BE49-F238E27FC236}">
                <a16:creationId xmlns:a16="http://schemas.microsoft.com/office/drawing/2014/main" id="{94A467A6-047C-460F-8B1E-607A1E08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78D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2" name="s52-2-label-text">
            <a:extLst xmlns:a="http://schemas.openxmlformats.org/drawingml/2006/main">
              <a:ext uri="{FF2B5EF4-FFF2-40B4-BE49-F238E27FC236}">
                <a16:creationId xmlns:a16="http://schemas.microsoft.com/office/drawing/2014/main" id="{E81D17BD-5BE6-45A8-96A9-B54A0F34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878D1"/>
                </a:solidFill>
                <a:latin typeface="Pretendard"/>
                <a:ea typeface="Pretendard"/>
                <a:cs typeface="Pretendard"/>
              </a:rPr>
              <a:t>NEXT VALIDATION</a:t>
            </a:r>
          </a:p>
        </p:txBody>
      </p:sp>
      <p:sp>
        <p:nvSpPr>
          <p:cNvPr id="383" name="s52-2-title">
            <a:extLst xmlns:a="http://schemas.openxmlformats.org/drawingml/2006/main">
              <a:ext uri="{FF2B5EF4-FFF2-40B4-BE49-F238E27FC236}">
                <a16:creationId xmlns:a16="http://schemas.microsoft.com/office/drawing/2014/main" id="{23BA8D47-56E5-4724-A687-7646200C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01728"/>
                </a:solidFill>
                <a:latin typeface="Pretendard"/>
                <a:ea typeface="Pretendard"/>
                <a:cs typeface="Pretendard"/>
              </a:rPr>
              <a:t>남은 최종 검증</a:t>
            </a:r>
          </a:p>
        </p:txBody>
      </p:sp>
      <p:sp>
        <p:nvSpPr>
          <p:cNvPr id="384" name="s52-2-body">
            <a:extLst xmlns:a="http://schemas.openxmlformats.org/drawingml/2006/main">
              <a:ext uri="{FF2B5EF4-FFF2-40B4-BE49-F238E27FC236}">
                <a16:creationId xmlns:a16="http://schemas.microsoft.com/office/drawing/2014/main" id="{9A5CFEF5-C42F-4DE0-925A-7BCFD007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48050"/>
            <a:ext cx="3333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백엔드 1,472건 · Task 추출·성능·Holdout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최종 파싱 배포·시연 리허설</a:t>
            </a:r>
          </a:p>
        </p:txBody>
      </p:sp>
      <p:sp>
        <p:nvSpPr>
          <p:cNvPr id="385" name="s52-note">
            <a:extLst xmlns:a="http://schemas.openxmlformats.org/drawingml/2006/main">
              <a:ext uri="{FF2B5EF4-FFF2-40B4-BE49-F238E27FC236}">
                <a16:creationId xmlns:a16="http://schemas.microsoft.com/office/drawing/2014/main" id="{4286086F-EF92-4E22-A23F-28E59F09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6E7A90"/>
                </a:solidFill>
                <a:latin typeface="Pretendard"/>
                <a:ea typeface="Pretendard"/>
                <a:cs typeface="Pretendard"/>
              </a:rPr>
              <a:t>14질의 legacy는 Hybrid 가중치 근거로만 사용 · 대표 결과는 37질의 정식 DEV 기준선</a:t>
            </a:r>
          </a:p>
        </p:txBody>
      </p:sp>
    </p:spTree>
    <p:extLst>
      <p:ext uri="{BB962C8B-B14F-4D97-AF65-F5344CB8AC3E}">
        <p14:creationId xmlns:p14="http://schemas.microsoft.com/office/powerpoint/2010/main" val="210881976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losing-top">
            <a:extLst xmlns:a="http://schemas.openxmlformats.org/drawingml/2006/main">
              <a:ext uri="{FF2B5EF4-FFF2-40B4-BE49-F238E27FC236}">
                <a16:creationId xmlns:a16="http://schemas.microsoft.com/office/drawing/2014/main" id="{58F8A6D4-30E8-433E-B118-667622FF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94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5BBDC5B3-F447-4F3F-8DF7-32671A64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F8C944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F8C944"/>
                </a:solidFill>
                <a:latin typeface="Pretendard"/>
                <a:ea typeface="Pretendard"/>
                <a:cs typeface="Pretendard"/>
              </a:rPr>
              <a:t>05 · 자체 평가 의견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DD369059-700C-4FB2-8B0F-E9843173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7239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업무 맥락과 실행 통제를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하나의 플랫폼으로 통합</a:t>
            </a:r>
          </a:p>
        </p:txBody>
      </p:sp>
      <p:sp>
        <p:nvSpPr>
          <p:cNvPr id="4" name="closing-tagline">
            <a:extLst xmlns:a="http://schemas.openxmlformats.org/drawingml/2006/main">
              <a:ext uri="{FF2B5EF4-FFF2-40B4-BE49-F238E27FC236}">
                <a16:creationId xmlns:a16="http://schemas.microsoft.com/office/drawing/2014/main" id="{A6714769-4959-4D4E-83CC-A775D5D1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D7E4F5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D7E4F5"/>
                </a:solidFill>
                <a:latin typeface="Pretendard"/>
                <a:ea typeface="Pretendard"/>
                <a:cs typeface="Pretendard"/>
              </a:rPr>
              <a:t>근거 확인 · 승인 · 실행 이력 관리</a:t>
            </a:r>
          </a:p>
        </p:txBody>
      </p:sp>
      <p:cxnSp>
        <p:nvCxnSpPr>
          <p:cNvPr id="183" name="closing-line"/>
          <p:cNvCxnSpPr/>
          <p:nvPr/>
        </p:nvCxnSpPr>
        <p:spPr>
          <a:xfrm xmlns:a="http://schemas.openxmlformats.org/drawingml/2006/main">
            <a:off x="609600" y="422910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42D7A0"/>
            </a:solidFill>
            <a:prstDash val="solid"/>
          </a:ln>
        </p:spPr>
      </p:cxnSp>
      <p:sp>
        <p:nvSpPr>
          <p:cNvPr id="6" name="closing-brand">
            <a:extLst xmlns:a="http://schemas.openxmlformats.org/drawingml/2006/main">
              <a:ext uri="{FF2B5EF4-FFF2-40B4-BE49-F238E27FC236}">
                <a16:creationId xmlns:a16="http://schemas.microsoft.com/office/drawing/2014/main" id="{7E62F016-3370-4656-AA24-EC490E33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FC0D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AFC0D9"/>
                </a:solidFill>
                <a:latin typeface="Pretendard"/>
                <a:ea typeface="Pretendard"/>
                <a:cs typeface="Pretendard"/>
              </a:rPr>
              <a:t>halil · 프로젝트 운영 Agent Platform</a:t>
            </a:r>
          </a:p>
        </p:txBody>
      </p:sp>
      <p:sp>
        <p:nvSpPr>
          <p:cNvPr id="7" name="closing-qa">
            <a:extLst xmlns:a="http://schemas.openxmlformats.org/drawingml/2006/main">
              <a:ext uri="{FF2B5EF4-FFF2-40B4-BE49-F238E27FC236}">
                <a16:creationId xmlns:a16="http://schemas.microsoft.com/office/drawing/2014/main" id="{8CCBA37C-8188-4B26-A8F6-664F3715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9906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550" b="1">
                <a:solidFill>
                  <a:srgbClr val="F8C944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F8C944"/>
                </a:solidFill>
                <a:latin typeface="Pretendard"/>
                <a:ea typeface="Pretendard"/>
                <a:cs typeface="Pretendard"/>
              </a:rPr>
              <a:t>Q&amp;A</a:t>
            </a:r>
          </a:p>
        </p:txBody>
      </p:sp>
      <p:sp>
        <p:nvSpPr>
          <p:cNvPr id="8" name="institution-logo-plate">
            <a:extLst xmlns:a="http://schemas.openxmlformats.org/drawingml/2006/main">
              <a:ext uri="{FF2B5EF4-FFF2-40B4-BE49-F238E27FC236}">
                <a16:creationId xmlns:a16="http://schemas.microsoft.com/office/drawing/2014/main" id="{C7CEC801-D99D-4959-8FEE-22097F50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096000"/>
            <a:ext cx="23050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7" name="그림 1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642b1bae440df"/>
          <a:stretch xmlns:a="http://schemas.openxmlformats.org/drawingml/2006/main"/>
        </p:blipFill>
        <p:spPr>
          <a:xfrm xmlns:a="http://schemas.openxmlformats.org/drawingml/2006/main">
            <a:off x="9711267" y="6162675"/>
            <a:ext cx="751417" cy="238125"/>
          </a:xfrm>
          <a:prstGeom xmlns:a="http://schemas.openxmlformats.org/drawingml/2006/main" prst="rect">
            <a:avLst/>
          </a:prstGeom>
        </p:spPr>
      </p:pic>
      <p:pic>
        <p:nvPicPr>
          <p:cNvPr id="188" name="그림 1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986f4a04c4427"/>
          <a:stretch xmlns:a="http://schemas.openxmlformats.org/drawingml/2006/main"/>
        </p:blipFill>
        <p:spPr>
          <a:xfrm xmlns:a="http://schemas.openxmlformats.org/drawingml/2006/main">
            <a:off x="10848542" y="6162675"/>
            <a:ext cx="800966" cy="23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148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2026-08-31T18:25:00.3370000Z</dcterms:created>
  <dcterms:modified xsi:type="dcterms:W3CDTF">2026-08-31T18:25:00.3370000Z</dcterms:modified>
</coreProperties>
</file>